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3" r:id="rId6"/>
    <p:sldId id="264" r:id="rId7"/>
    <p:sldId id="265" r:id="rId8"/>
    <p:sldId id="266" r:id="rId9"/>
    <p:sldId id="267" r:id="rId10"/>
    <p:sldId id="268" r:id="rId11"/>
    <p:sldId id="269" r:id="rId12"/>
    <p:sldId id="271" r:id="rId13"/>
    <p:sldId id="272" r:id="rId14"/>
    <p:sldId id="273" r:id="rId15"/>
    <p:sldId id="274" r:id="rId16"/>
    <p:sldId id="275" r:id="rId17"/>
    <p:sldId id="276" r:id="rId18"/>
    <p:sldId id="277" r:id="rId19"/>
    <p:sldId id="278" r:id="rId20"/>
    <p:sldId id="279" r:id="rId21"/>
    <p:sldId id="280" r:id="rId22"/>
    <p:sldId id="281" r:id="rId23"/>
    <p:sldId id="282" r:id="rId24"/>
    <p:sldId id="283" r:id="rId25"/>
    <p:sldId id="284" r:id="rId26"/>
    <p:sldId id="285" r:id="rId27"/>
    <p:sldId id="286" r:id="rId28"/>
    <p:sldId id="287" r:id="rId29"/>
    <p:sldId id="288" r:id="rId30"/>
    <p:sldId id="290" r:id="rId31"/>
    <p:sldId id="291" r:id="rId32"/>
    <p:sldId id="293" r:id="rId33"/>
  </p:sldIdLst>
  <p:sldSz cx="18288000" cy="10287000"/>
  <p:notesSz cx="6858000" cy="9144000"/>
  <p:embeddedFontLst>
    <p:embeddedFont>
      <p:font typeface="Anton" pitchFamily="2" charset="0"/>
      <p:regular r:id="rId34"/>
    </p:embeddedFont>
    <p:embeddedFont>
      <p:font typeface="Badr" panose="020B0604020202020204" charset="-78"/>
      <p:regular r:id="rId35"/>
    </p:embeddedFont>
    <p:embeddedFont>
      <p:font typeface="Badr Bold" panose="020B0604020202020204" charset="-78"/>
      <p:regular r:id="rId36"/>
    </p:embeddedFont>
    <p:embeddedFont>
      <p:font typeface="League Spartan" panose="020B0604020202020204" charset="0"/>
      <p:regular r:id="rId37"/>
    </p:embeddedFont>
    <p:embeddedFont>
      <p:font typeface="Playfair Display" panose="00000500000000000000" pitchFamily="2" charset="0"/>
      <p:regular r:id="rId38"/>
    </p:embeddedFont>
    <p:embeddedFont>
      <p:font typeface="Playfair Display Bold" panose="020B0604020202020204" charset="0"/>
      <p:regular r:id="rId39"/>
    </p:embeddedFont>
    <p:embeddedFont>
      <p:font typeface="The Seasons Bold" panose="020B0604020202020204" charset="0"/>
      <p:regular r:id="rId40"/>
    </p:embeddedFont>
    <p:embeddedFont>
      <p:font typeface="Times New Roman MT Bold" panose="020B0604020202020204" charset="0"/>
      <p:regular r:id="rId4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69" d="100"/>
          <a:sy n="69" d="100"/>
        </p:scale>
        <p:origin x="228"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2.svg"/><Relationship Id="rId7" Type="http://schemas.openxmlformats.org/officeDocument/2006/relationships/image" Target="../media/image10.png"/><Relationship Id="rId12" Type="http://schemas.openxmlformats.org/officeDocument/2006/relationships/image" Target="../media/image15.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9.sv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png"/><Relationship Id="rId9" Type="http://schemas.openxmlformats.org/officeDocument/2006/relationships/image" Target="../media/image12.png"/></Relationships>
</file>

<file path=ppt/slides/_rels/slide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8" Type="http://schemas.openxmlformats.org/officeDocument/2006/relationships/image" Target="../media/image26.svg"/><Relationship Id="rId13" Type="http://schemas.openxmlformats.org/officeDocument/2006/relationships/image" Target="../media/image31.png"/><Relationship Id="rId18" Type="http://schemas.openxmlformats.org/officeDocument/2006/relationships/image" Target="../media/image36.svg"/><Relationship Id="rId3" Type="http://schemas.openxmlformats.org/officeDocument/2006/relationships/image" Target="../media/image2.svg"/><Relationship Id="rId21" Type="http://schemas.openxmlformats.org/officeDocument/2006/relationships/image" Target="../media/image39.png"/><Relationship Id="rId7" Type="http://schemas.openxmlformats.org/officeDocument/2006/relationships/image" Target="../media/image25.png"/><Relationship Id="rId12" Type="http://schemas.openxmlformats.org/officeDocument/2006/relationships/image" Target="../media/image30.svg"/><Relationship Id="rId17" Type="http://schemas.openxmlformats.org/officeDocument/2006/relationships/image" Target="../media/image35.png"/><Relationship Id="rId2" Type="http://schemas.openxmlformats.org/officeDocument/2006/relationships/image" Target="../media/image1.png"/><Relationship Id="rId16" Type="http://schemas.openxmlformats.org/officeDocument/2006/relationships/image" Target="../media/image34.svg"/><Relationship Id="rId20" Type="http://schemas.openxmlformats.org/officeDocument/2006/relationships/image" Target="../media/image38.svg"/><Relationship Id="rId1" Type="http://schemas.openxmlformats.org/officeDocument/2006/relationships/slideLayout" Target="../slideLayouts/slideLayout7.xml"/><Relationship Id="rId6" Type="http://schemas.openxmlformats.org/officeDocument/2006/relationships/image" Target="../media/image24.svg"/><Relationship Id="rId11" Type="http://schemas.openxmlformats.org/officeDocument/2006/relationships/image" Target="../media/image29.png"/><Relationship Id="rId5" Type="http://schemas.openxmlformats.org/officeDocument/2006/relationships/image" Target="../media/image23.png"/><Relationship Id="rId15" Type="http://schemas.openxmlformats.org/officeDocument/2006/relationships/image" Target="../media/image33.png"/><Relationship Id="rId10" Type="http://schemas.openxmlformats.org/officeDocument/2006/relationships/image" Target="../media/image28.svg"/><Relationship Id="rId19" Type="http://schemas.openxmlformats.org/officeDocument/2006/relationships/image" Target="../media/image37.png"/><Relationship Id="rId4" Type="http://schemas.openxmlformats.org/officeDocument/2006/relationships/image" Target="../media/image7.png"/><Relationship Id="rId9" Type="http://schemas.openxmlformats.org/officeDocument/2006/relationships/image" Target="../media/image27.png"/><Relationship Id="rId14" Type="http://schemas.openxmlformats.org/officeDocument/2006/relationships/image" Target="../media/image32.svg"/><Relationship Id="rId22" Type="http://schemas.openxmlformats.org/officeDocument/2006/relationships/image" Target="../media/image40.svg"/></Relationships>
</file>

<file path=ppt/slides/_rels/slide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1.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8" Type="http://schemas.openxmlformats.org/officeDocument/2006/relationships/image" Target="../media/image28.svg"/><Relationship Id="rId13" Type="http://schemas.openxmlformats.org/officeDocument/2006/relationships/image" Target="../media/image35.png"/><Relationship Id="rId18" Type="http://schemas.openxmlformats.org/officeDocument/2006/relationships/image" Target="../media/image45.svg"/><Relationship Id="rId3" Type="http://schemas.openxmlformats.org/officeDocument/2006/relationships/image" Target="../media/image2.svg"/><Relationship Id="rId7" Type="http://schemas.openxmlformats.org/officeDocument/2006/relationships/image" Target="../media/image27.png"/><Relationship Id="rId12" Type="http://schemas.openxmlformats.org/officeDocument/2006/relationships/image" Target="../media/image32.svg"/><Relationship Id="rId17" Type="http://schemas.openxmlformats.org/officeDocument/2006/relationships/image" Target="../media/image44.png"/><Relationship Id="rId2" Type="http://schemas.openxmlformats.org/officeDocument/2006/relationships/image" Target="../media/image1.png"/><Relationship Id="rId16" Type="http://schemas.openxmlformats.org/officeDocument/2006/relationships/image" Target="../media/image43.svg"/><Relationship Id="rId1" Type="http://schemas.openxmlformats.org/officeDocument/2006/relationships/slideLayout" Target="../slideLayouts/slideLayout7.xml"/><Relationship Id="rId6" Type="http://schemas.openxmlformats.org/officeDocument/2006/relationships/image" Target="../media/image26.svg"/><Relationship Id="rId11" Type="http://schemas.openxmlformats.org/officeDocument/2006/relationships/image" Target="../media/image31.png"/><Relationship Id="rId5" Type="http://schemas.openxmlformats.org/officeDocument/2006/relationships/image" Target="../media/image25.png"/><Relationship Id="rId15" Type="http://schemas.openxmlformats.org/officeDocument/2006/relationships/image" Target="../media/image42.png"/><Relationship Id="rId10" Type="http://schemas.openxmlformats.org/officeDocument/2006/relationships/image" Target="../media/image30.svg"/><Relationship Id="rId4" Type="http://schemas.openxmlformats.org/officeDocument/2006/relationships/image" Target="../media/image7.png"/><Relationship Id="rId9" Type="http://schemas.openxmlformats.org/officeDocument/2006/relationships/image" Target="../media/image29.png"/><Relationship Id="rId14" Type="http://schemas.openxmlformats.org/officeDocument/2006/relationships/image" Target="../media/image36.svg"/></Relationships>
</file>

<file path=ppt/slides/_rels/slide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46.png"/></Relationships>
</file>

<file path=ppt/slides/_rels/slide1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48.png"/><Relationship Id="rId5" Type="http://schemas.openxmlformats.org/officeDocument/2006/relationships/image" Target="../media/image47.jpeg"/><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50.png"/><Relationship Id="rId5" Type="http://schemas.openxmlformats.org/officeDocument/2006/relationships/image" Target="../media/image49.jpeg"/><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52.png"/><Relationship Id="rId5" Type="http://schemas.openxmlformats.org/officeDocument/2006/relationships/image" Target="../media/image51.jpeg"/><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8" Type="http://schemas.openxmlformats.org/officeDocument/2006/relationships/image" Target="../media/image57.jpeg"/><Relationship Id="rId3" Type="http://schemas.openxmlformats.org/officeDocument/2006/relationships/image" Target="../media/image2.svg"/><Relationship Id="rId7" Type="http://schemas.openxmlformats.org/officeDocument/2006/relationships/image" Target="../media/image56.jpe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5.jpeg"/><Relationship Id="rId5" Type="http://schemas.openxmlformats.org/officeDocument/2006/relationships/image" Target="../media/image54.jpeg"/><Relationship Id="rId10" Type="http://schemas.openxmlformats.org/officeDocument/2006/relationships/image" Target="../media/image7.png"/><Relationship Id="rId4" Type="http://schemas.openxmlformats.org/officeDocument/2006/relationships/image" Target="../media/image53.jpeg"/><Relationship Id="rId9" Type="http://schemas.openxmlformats.org/officeDocument/2006/relationships/image" Target="../media/image58.jpeg"/></Relationships>
</file>

<file path=ppt/slides/_rels/slide22.xml.rels><?xml version="1.0" encoding="UTF-8" standalone="yes"?>
<Relationships xmlns="http://schemas.openxmlformats.org/package/2006/relationships"><Relationship Id="rId8" Type="http://schemas.openxmlformats.org/officeDocument/2006/relationships/image" Target="../media/image62.jpeg"/><Relationship Id="rId3" Type="http://schemas.openxmlformats.org/officeDocument/2006/relationships/image" Target="../media/image2.svg"/><Relationship Id="rId7" Type="http://schemas.openxmlformats.org/officeDocument/2006/relationships/image" Target="../media/image61.jpe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60.jpeg"/><Relationship Id="rId5" Type="http://schemas.openxmlformats.org/officeDocument/2006/relationships/image" Target="../media/image59.jpeg"/><Relationship Id="rId10" Type="http://schemas.openxmlformats.org/officeDocument/2006/relationships/image" Target="../media/image64.jpeg"/><Relationship Id="rId4" Type="http://schemas.openxmlformats.org/officeDocument/2006/relationships/image" Target="../media/image7.png"/><Relationship Id="rId9" Type="http://schemas.openxmlformats.org/officeDocument/2006/relationships/image" Target="../media/image63.jpeg"/></Relationships>
</file>

<file path=ppt/slides/_rels/slide23.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7.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66.png"/><Relationship Id="rId5" Type="http://schemas.openxmlformats.org/officeDocument/2006/relationships/image" Target="../media/image65.jpeg"/><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25.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image" Target="../media/image2.svg"/><Relationship Id="rId7" Type="http://schemas.openxmlformats.org/officeDocument/2006/relationships/image" Target="../media/image7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7.png"/><Relationship Id="rId9" Type="http://schemas.openxmlformats.org/officeDocument/2006/relationships/image" Target="../media/image72.png"/></Relationships>
</file>

<file path=ppt/slides/_rels/slide26.xml.rels><?xml version="1.0" encoding="UTF-8" standalone="yes"?>
<Relationships xmlns="http://schemas.openxmlformats.org/package/2006/relationships"><Relationship Id="rId8" Type="http://schemas.openxmlformats.org/officeDocument/2006/relationships/image" Target="../media/image76.png"/><Relationship Id="rId3" Type="http://schemas.openxmlformats.org/officeDocument/2006/relationships/image" Target="../media/image2.svg"/><Relationship Id="rId7" Type="http://schemas.openxmlformats.org/officeDocument/2006/relationships/image" Target="../media/image75.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4.png"/><Relationship Id="rId5" Type="http://schemas.openxmlformats.org/officeDocument/2006/relationships/image" Target="../media/image73.png"/><Relationship Id="rId4" Type="http://schemas.openxmlformats.org/officeDocument/2006/relationships/image" Target="../media/image7.png"/><Relationship Id="rId9" Type="http://schemas.openxmlformats.org/officeDocument/2006/relationships/image" Target="../media/image77.png"/></Relationships>
</file>

<file path=ppt/slides/_rels/slide27.xml.rels><?xml version="1.0" encoding="UTF-8" standalone="yes"?>
<Relationships xmlns="http://schemas.openxmlformats.org/package/2006/relationships"><Relationship Id="rId8" Type="http://schemas.openxmlformats.org/officeDocument/2006/relationships/image" Target="../media/image81.jpeg"/><Relationship Id="rId3" Type="http://schemas.openxmlformats.org/officeDocument/2006/relationships/image" Target="../media/image2.svg"/><Relationship Id="rId7" Type="http://schemas.openxmlformats.org/officeDocument/2006/relationships/image" Target="../media/image80.jpe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9.jpeg"/><Relationship Id="rId5" Type="http://schemas.openxmlformats.org/officeDocument/2006/relationships/image" Target="../media/image78.jpeg"/><Relationship Id="rId4" Type="http://schemas.openxmlformats.org/officeDocument/2006/relationships/image" Target="../media/image7.png"/><Relationship Id="rId9" Type="http://schemas.openxmlformats.org/officeDocument/2006/relationships/image" Target="../media/image82.jpeg"/></Relationships>
</file>

<file path=ppt/slides/_rels/slide28.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85.jpe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4.jpeg"/><Relationship Id="rId5" Type="http://schemas.openxmlformats.org/officeDocument/2006/relationships/image" Target="../media/image83.jpeg"/><Relationship Id="rId4" Type="http://schemas.openxmlformats.org/officeDocument/2006/relationships/image" Target="../media/image7.png"/></Relationships>
</file>

<file path=ppt/slides/_rels/slide2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3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3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3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912534">
            <a:off x="8950665" y="-691671"/>
            <a:ext cx="10389128" cy="3440741"/>
          </a:xfrm>
          <a:custGeom>
            <a:avLst/>
            <a:gdLst/>
            <a:ahLst/>
            <a:cxnLst/>
            <a:rect l="l" t="t" r="r" b="b"/>
            <a:pathLst>
              <a:path w="10389128" h="3440741">
                <a:moveTo>
                  <a:pt x="0" y="0"/>
                </a:moveTo>
                <a:lnTo>
                  <a:pt x="10389127" y="0"/>
                </a:lnTo>
                <a:lnTo>
                  <a:pt x="10389127" y="3440742"/>
                </a:lnTo>
                <a:lnTo>
                  <a:pt x="0" y="344074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912534" flipH="1" flipV="1">
            <a:off x="-1514512" y="7537929"/>
            <a:ext cx="10389128" cy="3440741"/>
          </a:xfrm>
          <a:custGeom>
            <a:avLst/>
            <a:gdLst/>
            <a:ahLst/>
            <a:cxnLst/>
            <a:rect l="l" t="t" r="r" b="b"/>
            <a:pathLst>
              <a:path w="10389128" h="3440741">
                <a:moveTo>
                  <a:pt x="10389127" y="3440742"/>
                </a:moveTo>
                <a:lnTo>
                  <a:pt x="0" y="3440742"/>
                </a:lnTo>
                <a:lnTo>
                  <a:pt x="0" y="0"/>
                </a:lnTo>
                <a:lnTo>
                  <a:pt x="10389127" y="0"/>
                </a:lnTo>
                <a:lnTo>
                  <a:pt x="10389127" y="3440742"/>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H="1">
            <a:off x="-1115495" y="-198827"/>
            <a:ext cx="8317048" cy="4816763"/>
          </a:xfrm>
          <a:custGeom>
            <a:avLst/>
            <a:gdLst/>
            <a:ahLst/>
            <a:cxnLst/>
            <a:rect l="l" t="t" r="r" b="b"/>
            <a:pathLst>
              <a:path w="8317048" h="4816763">
                <a:moveTo>
                  <a:pt x="8317047" y="0"/>
                </a:moveTo>
                <a:lnTo>
                  <a:pt x="0" y="0"/>
                </a:lnTo>
                <a:lnTo>
                  <a:pt x="0" y="4816763"/>
                </a:lnTo>
                <a:lnTo>
                  <a:pt x="8317047" y="4816763"/>
                </a:lnTo>
                <a:lnTo>
                  <a:pt x="8317047"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3982564" y="-9525"/>
            <a:ext cx="4305436" cy="6298694"/>
          </a:xfrm>
          <a:custGeom>
            <a:avLst/>
            <a:gdLst/>
            <a:ahLst/>
            <a:cxnLst/>
            <a:rect l="l" t="t" r="r" b="b"/>
            <a:pathLst>
              <a:path w="4305436" h="6298694">
                <a:moveTo>
                  <a:pt x="0" y="0"/>
                </a:moveTo>
                <a:lnTo>
                  <a:pt x="4305436" y="0"/>
                </a:lnTo>
                <a:lnTo>
                  <a:pt x="4305436" y="6298694"/>
                </a:lnTo>
                <a:lnTo>
                  <a:pt x="0" y="629869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flipH="1" flipV="1">
            <a:off x="-231800" y="3149347"/>
            <a:ext cx="4607041" cy="6739931"/>
          </a:xfrm>
          <a:custGeom>
            <a:avLst/>
            <a:gdLst/>
            <a:ahLst/>
            <a:cxnLst/>
            <a:rect l="l" t="t" r="r" b="b"/>
            <a:pathLst>
              <a:path w="4607041" h="6739931">
                <a:moveTo>
                  <a:pt x="4607041" y="6739930"/>
                </a:moveTo>
                <a:lnTo>
                  <a:pt x="0" y="6739930"/>
                </a:lnTo>
                <a:lnTo>
                  <a:pt x="0" y="0"/>
                </a:lnTo>
                <a:lnTo>
                  <a:pt x="4607041" y="0"/>
                </a:lnTo>
                <a:lnTo>
                  <a:pt x="4607041" y="673993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a:off x="-250662" y="-198827"/>
            <a:ext cx="3002535" cy="3002535"/>
          </a:xfrm>
          <a:custGeom>
            <a:avLst/>
            <a:gdLst/>
            <a:ahLst/>
            <a:cxnLst/>
            <a:rect l="l" t="t" r="r" b="b"/>
            <a:pathLst>
              <a:path w="3002535" h="3002535">
                <a:moveTo>
                  <a:pt x="0" y="0"/>
                </a:moveTo>
                <a:lnTo>
                  <a:pt x="3002535" y="0"/>
                </a:lnTo>
                <a:lnTo>
                  <a:pt x="3002535" y="3002535"/>
                </a:lnTo>
                <a:lnTo>
                  <a:pt x="0" y="3002535"/>
                </a:lnTo>
                <a:lnTo>
                  <a:pt x="0" y="0"/>
                </a:lnTo>
                <a:close/>
              </a:path>
            </a:pathLst>
          </a:custGeom>
          <a:blipFill>
            <a:blip r:embed="rId8"/>
            <a:stretch>
              <a:fillRect/>
            </a:stretch>
          </a:blipFill>
        </p:spPr>
      </p:sp>
      <p:sp>
        <p:nvSpPr>
          <p:cNvPr id="8" name="TextBox 8"/>
          <p:cNvSpPr txBox="1"/>
          <p:nvPr/>
        </p:nvSpPr>
        <p:spPr>
          <a:xfrm>
            <a:off x="10787591" y="7175829"/>
            <a:ext cx="7001024" cy="2239645"/>
          </a:xfrm>
          <a:prstGeom prst="rect">
            <a:avLst/>
          </a:prstGeom>
        </p:spPr>
        <p:txBody>
          <a:bodyPr lIns="0" tIns="0" rIns="0" bIns="0" rtlCol="0" anchor="t">
            <a:spAutoFit/>
          </a:bodyPr>
          <a:lstStyle/>
          <a:p>
            <a:pPr algn="l">
              <a:lnSpc>
                <a:spcPts val="7279"/>
              </a:lnSpc>
            </a:pPr>
            <a:r>
              <a:rPr lang="en-US" sz="5199" b="1">
                <a:solidFill>
                  <a:srgbClr val="0F4F36"/>
                </a:solidFill>
                <a:latin typeface="Badr Bold"/>
                <a:ea typeface="Badr Bold"/>
                <a:cs typeface="Badr Bold"/>
                <a:sym typeface="Badr Bold"/>
              </a:rPr>
              <a:t>Delta Youth Sanad</a:t>
            </a:r>
          </a:p>
          <a:p>
            <a:pPr algn="ctr">
              <a:lnSpc>
                <a:spcPts val="7279"/>
              </a:lnSpc>
            </a:pPr>
            <a:r>
              <a:rPr lang="en-US" sz="5199" b="1">
                <a:solidFill>
                  <a:srgbClr val="0F4F36"/>
                </a:solidFill>
                <a:latin typeface="Badr Bold"/>
                <a:ea typeface="Badr Bold"/>
                <a:cs typeface="Badr Bold"/>
                <a:sym typeface="Badr Bold"/>
              </a:rPr>
              <a:t>Ministry of Youth and Sports </a:t>
            </a:r>
          </a:p>
        </p:txBody>
      </p:sp>
      <p:sp>
        <p:nvSpPr>
          <p:cNvPr id="9" name="TextBox 9"/>
          <p:cNvSpPr txBox="1"/>
          <p:nvPr/>
        </p:nvSpPr>
        <p:spPr>
          <a:xfrm>
            <a:off x="5040411" y="3465411"/>
            <a:ext cx="7716143" cy="2066925"/>
          </a:xfrm>
          <a:prstGeom prst="rect">
            <a:avLst/>
          </a:prstGeom>
        </p:spPr>
        <p:txBody>
          <a:bodyPr lIns="0" tIns="0" rIns="0" bIns="0" rtlCol="0" anchor="t">
            <a:spAutoFit/>
          </a:bodyPr>
          <a:lstStyle/>
          <a:p>
            <a:pPr algn="ctr">
              <a:lnSpc>
                <a:spcPts val="16800"/>
              </a:lnSpc>
            </a:pPr>
            <a:r>
              <a:rPr lang="en-US" sz="12000">
                <a:solidFill>
                  <a:srgbClr val="0F4F36"/>
                </a:solidFill>
                <a:latin typeface="Anton"/>
                <a:ea typeface="Anton"/>
                <a:cs typeface="Anton"/>
                <a:sym typeface="Anton"/>
              </a:rPr>
              <a:t>DYS Dakahlia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833665" y="790575"/>
            <a:ext cx="9734269" cy="2066925"/>
          </a:xfrm>
          <a:prstGeom prst="rect">
            <a:avLst/>
          </a:prstGeom>
        </p:spPr>
        <p:txBody>
          <a:bodyPr lIns="0" tIns="0" rIns="0" bIns="0" rtlCol="0" anchor="t">
            <a:spAutoFit/>
          </a:bodyPr>
          <a:lstStyle/>
          <a:p>
            <a:pPr marL="0" lvl="0" indent="0" algn="ctr">
              <a:lnSpc>
                <a:spcPts val="16800"/>
              </a:lnSpc>
              <a:spcBef>
                <a:spcPct val="0"/>
              </a:spcBef>
            </a:pPr>
            <a:r>
              <a:rPr lang="en-US" sz="12000" u="none" strike="noStrike">
                <a:solidFill>
                  <a:srgbClr val="0F4F36"/>
                </a:solidFill>
                <a:latin typeface="Anton"/>
                <a:ea typeface="Anton"/>
                <a:cs typeface="Anton"/>
                <a:sym typeface="Anton"/>
              </a:rPr>
              <a:t>Team members</a:t>
            </a:r>
          </a:p>
        </p:txBody>
      </p:sp>
      <p:sp>
        <p:nvSpPr>
          <p:cNvPr id="3" name="Freeform 3"/>
          <p:cNvSpPr/>
          <p:nvPr/>
        </p:nvSpPr>
        <p:spPr>
          <a:xfrm rot="-1528532" flipH="1">
            <a:off x="-2101367" y="-999340"/>
            <a:ext cx="9285265" cy="3075157"/>
          </a:xfrm>
          <a:custGeom>
            <a:avLst/>
            <a:gdLst/>
            <a:ahLst/>
            <a:cxnLst/>
            <a:rect l="l" t="t" r="r" b="b"/>
            <a:pathLst>
              <a:path w="9285265" h="3075157">
                <a:moveTo>
                  <a:pt x="9285265" y="0"/>
                </a:moveTo>
                <a:lnTo>
                  <a:pt x="0" y="0"/>
                </a:lnTo>
                <a:lnTo>
                  <a:pt x="0" y="3075157"/>
                </a:lnTo>
                <a:lnTo>
                  <a:pt x="9285265" y="3075157"/>
                </a:lnTo>
                <a:lnTo>
                  <a:pt x="9285265"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250662" y="-198827"/>
            <a:ext cx="3002535" cy="3002535"/>
          </a:xfrm>
          <a:custGeom>
            <a:avLst/>
            <a:gdLst/>
            <a:ahLst/>
            <a:cxnLst/>
            <a:rect l="l" t="t" r="r" b="b"/>
            <a:pathLst>
              <a:path w="3002535" h="3002535">
                <a:moveTo>
                  <a:pt x="0" y="0"/>
                </a:moveTo>
                <a:lnTo>
                  <a:pt x="3002535" y="0"/>
                </a:lnTo>
                <a:lnTo>
                  <a:pt x="3002535" y="3002535"/>
                </a:lnTo>
                <a:lnTo>
                  <a:pt x="0" y="3002535"/>
                </a:lnTo>
                <a:lnTo>
                  <a:pt x="0" y="0"/>
                </a:lnTo>
                <a:close/>
              </a:path>
            </a:pathLst>
          </a:custGeom>
          <a:blipFill>
            <a:blip r:embed="rId4"/>
            <a:stretch>
              <a:fillRect/>
            </a:stretch>
          </a:blipFill>
        </p:spPr>
      </p:sp>
      <p:sp>
        <p:nvSpPr>
          <p:cNvPr id="5" name="Freeform 5"/>
          <p:cNvSpPr/>
          <p:nvPr/>
        </p:nvSpPr>
        <p:spPr>
          <a:xfrm>
            <a:off x="4771131" y="4474283"/>
            <a:ext cx="3929668" cy="3929668"/>
          </a:xfrm>
          <a:custGeom>
            <a:avLst/>
            <a:gdLst/>
            <a:ahLst/>
            <a:cxnLst/>
            <a:rect l="l" t="t" r="r" b="b"/>
            <a:pathLst>
              <a:path w="3929668" h="3929668">
                <a:moveTo>
                  <a:pt x="0" y="0"/>
                </a:moveTo>
                <a:lnTo>
                  <a:pt x="3929668" y="0"/>
                </a:lnTo>
                <a:lnTo>
                  <a:pt x="3929668" y="3929668"/>
                </a:lnTo>
                <a:lnTo>
                  <a:pt x="0" y="392966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p:cNvSpPr/>
          <p:nvPr/>
        </p:nvSpPr>
        <p:spPr>
          <a:xfrm>
            <a:off x="513203" y="4474283"/>
            <a:ext cx="3929668" cy="3929668"/>
          </a:xfrm>
          <a:custGeom>
            <a:avLst/>
            <a:gdLst/>
            <a:ahLst/>
            <a:cxnLst/>
            <a:rect l="l" t="t" r="r" b="b"/>
            <a:pathLst>
              <a:path w="3929668" h="3929668">
                <a:moveTo>
                  <a:pt x="0" y="0"/>
                </a:moveTo>
                <a:lnTo>
                  <a:pt x="3929668" y="0"/>
                </a:lnTo>
                <a:lnTo>
                  <a:pt x="3929668" y="3929668"/>
                </a:lnTo>
                <a:lnTo>
                  <a:pt x="0" y="392966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7" name="Freeform 7"/>
          <p:cNvSpPr/>
          <p:nvPr/>
        </p:nvSpPr>
        <p:spPr>
          <a:xfrm>
            <a:off x="9028272" y="4474283"/>
            <a:ext cx="3929668" cy="3929668"/>
          </a:xfrm>
          <a:custGeom>
            <a:avLst/>
            <a:gdLst/>
            <a:ahLst/>
            <a:cxnLst/>
            <a:rect l="l" t="t" r="r" b="b"/>
            <a:pathLst>
              <a:path w="3929668" h="3929668">
                <a:moveTo>
                  <a:pt x="0" y="0"/>
                </a:moveTo>
                <a:lnTo>
                  <a:pt x="3929668" y="0"/>
                </a:lnTo>
                <a:lnTo>
                  <a:pt x="3929668" y="3929668"/>
                </a:lnTo>
                <a:lnTo>
                  <a:pt x="0" y="3929668"/>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8" name="Freeform 8"/>
          <p:cNvSpPr/>
          <p:nvPr/>
        </p:nvSpPr>
        <p:spPr>
          <a:xfrm>
            <a:off x="13285412" y="4474283"/>
            <a:ext cx="3929668" cy="3929668"/>
          </a:xfrm>
          <a:custGeom>
            <a:avLst/>
            <a:gdLst/>
            <a:ahLst/>
            <a:cxnLst/>
            <a:rect l="l" t="t" r="r" b="b"/>
            <a:pathLst>
              <a:path w="3929668" h="3929668">
                <a:moveTo>
                  <a:pt x="0" y="0"/>
                </a:moveTo>
                <a:lnTo>
                  <a:pt x="3929668" y="0"/>
                </a:lnTo>
                <a:lnTo>
                  <a:pt x="3929668" y="3929668"/>
                </a:lnTo>
                <a:lnTo>
                  <a:pt x="0" y="3929668"/>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9" name="TextBox 9"/>
          <p:cNvSpPr txBox="1"/>
          <p:nvPr/>
        </p:nvSpPr>
        <p:spPr>
          <a:xfrm>
            <a:off x="513203" y="5024020"/>
            <a:ext cx="3929668" cy="2773045"/>
          </a:xfrm>
          <a:prstGeom prst="rect">
            <a:avLst/>
          </a:prstGeom>
        </p:spPr>
        <p:txBody>
          <a:bodyPr lIns="0" tIns="0" rIns="0" bIns="0" rtlCol="0" anchor="t">
            <a:spAutoFit/>
          </a:bodyPr>
          <a:lstStyle/>
          <a:p>
            <a:pPr algn="ctr">
              <a:lnSpc>
                <a:spcPts val="7279"/>
              </a:lnSpc>
            </a:pPr>
            <a:r>
              <a:rPr lang="en-US" sz="5199" b="1">
                <a:solidFill>
                  <a:srgbClr val="0F4F36"/>
                </a:solidFill>
                <a:latin typeface="The Seasons Bold"/>
                <a:ea typeface="The Seasons Bold"/>
                <a:cs typeface="The Seasons Bold"/>
                <a:sym typeface="The Seasons Bold"/>
              </a:rPr>
              <a:t>Mariam Elsayed Elknany</a:t>
            </a:r>
          </a:p>
        </p:txBody>
      </p:sp>
      <p:sp>
        <p:nvSpPr>
          <p:cNvPr id="10" name="TextBox 10"/>
          <p:cNvSpPr txBox="1"/>
          <p:nvPr/>
        </p:nvSpPr>
        <p:spPr>
          <a:xfrm>
            <a:off x="5175841" y="5000207"/>
            <a:ext cx="3119460" cy="2773045"/>
          </a:xfrm>
          <a:prstGeom prst="rect">
            <a:avLst/>
          </a:prstGeom>
        </p:spPr>
        <p:txBody>
          <a:bodyPr lIns="0" tIns="0" rIns="0" bIns="0" rtlCol="0" anchor="t">
            <a:spAutoFit/>
          </a:bodyPr>
          <a:lstStyle/>
          <a:p>
            <a:pPr algn="ctr">
              <a:lnSpc>
                <a:spcPts val="7279"/>
              </a:lnSpc>
            </a:pPr>
            <a:r>
              <a:rPr lang="en-US" sz="5199" b="1">
                <a:solidFill>
                  <a:srgbClr val="0F4F36"/>
                </a:solidFill>
                <a:latin typeface="The Seasons Bold"/>
                <a:ea typeface="The Seasons Bold"/>
                <a:cs typeface="The Seasons Bold"/>
                <a:sym typeface="The Seasons Bold"/>
              </a:rPr>
              <a:t>Alaa Hassan Khalil</a:t>
            </a:r>
          </a:p>
        </p:txBody>
      </p:sp>
      <p:sp>
        <p:nvSpPr>
          <p:cNvPr id="11" name="TextBox 11"/>
          <p:cNvSpPr txBox="1"/>
          <p:nvPr/>
        </p:nvSpPr>
        <p:spPr>
          <a:xfrm>
            <a:off x="9024649" y="4537292"/>
            <a:ext cx="3929668" cy="3698875"/>
          </a:xfrm>
          <a:prstGeom prst="rect">
            <a:avLst/>
          </a:prstGeom>
        </p:spPr>
        <p:txBody>
          <a:bodyPr lIns="0" tIns="0" rIns="0" bIns="0" rtlCol="0" anchor="t">
            <a:spAutoFit/>
          </a:bodyPr>
          <a:lstStyle/>
          <a:p>
            <a:pPr algn="ctr">
              <a:lnSpc>
                <a:spcPts val="7279"/>
              </a:lnSpc>
            </a:pPr>
            <a:r>
              <a:rPr lang="en-US" sz="5199" b="1">
                <a:solidFill>
                  <a:srgbClr val="0F4F36"/>
                </a:solidFill>
                <a:latin typeface="The Seasons Bold"/>
                <a:ea typeface="The Seasons Bold"/>
                <a:cs typeface="The Seasons Bold"/>
                <a:sym typeface="The Seasons Bold"/>
              </a:rPr>
              <a:t>Fatma Alaa Eldin Mahmoud Barakat</a:t>
            </a:r>
          </a:p>
        </p:txBody>
      </p:sp>
      <p:sp>
        <p:nvSpPr>
          <p:cNvPr id="12" name="TextBox 12"/>
          <p:cNvSpPr txBox="1"/>
          <p:nvPr/>
        </p:nvSpPr>
        <p:spPr>
          <a:xfrm>
            <a:off x="13691365" y="4832695"/>
            <a:ext cx="3289659" cy="2773045"/>
          </a:xfrm>
          <a:prstGeom prst="rect">
            <a:avLst/>
          </a:prstGeom>
        </p:spPr>
        <p:txBody>
          <a:bodyPr lIns="0" tIns="0" rIns="0" bIns="0" rtlCol="0" anchor="t">
            <a:spAutoFit/>
          </a:bodyPr>
          <a:lstStyle/>
          <a:p>
            <a:pPr algn="ctr">
              <a:lnSpc>
                <a:spcPts val="7279"/>
              </a:lnSpc>
            </a:pPr>
            <a:r>
              <a:rPr lang="en-US" sz="5199" b="1">
                <a:solidFill>
                  <a:srgbClr val="E5EEB9"/>
                </a:solidFill>
                <a:latin typeface="The Seasons Bold"/>
                <a:ea typeface="The Seasons Bold"/>
                <a:cs typeface="The Seasons Bold"/>
                <a:sym typeface="The Seasons Bold"/>
              </a:rPr>
              <a:t>Alaa </a:t>
            </a:r>
          </a:p>
          <a:p>
            <a:pPr algn="ctr">
              <a:lnSpc>
                <a:spcPts val="7279"/>
              </a:lnSpc>
            </a:pPr>
            <a:r>
              <a:rPr lang="en-US" sz="5199" b="1">
                <a:solidFill>
                  <a:srgbClr val="E5EEB9"/>
                </a:solidFill>
                <a:latin typeface="The Seasons Bold"/>
                <a:ea typeface="The Seasons Bold"/>
                <a:cs typeface="The Seasons Bold"/>
                <a:sym typeface="The Seasons Bold"/>
              </a:rPr>
              <a:t>Sherif  Elbadry</a:t>
            </a:r>
          </a:p>
        </p:txBody>
      </p:sp>
      <p:sp>
        <p:nvSpPr>
          <p:cNvPr id="13" name="Freeform 13"/>
          <p:cNvSpPr/>
          <p:nvPr/>
        </p:nvSpPr>
        <p:spPr>
          <a:xfrm rot="1186442">
            <a:off x="10607614" y="-1296238"/>
            <a:ext cx="9285265" cy="3075157"/>
          </a:xfrm>
          <a:custGeom>
            <a:avLst/>
            <a:gdLst/>
            <a:ahLst/>
            <a:cxnLst/>
            <a:rect l="l" t="t" r="r" b="b"/>
            <a:pathLst>
              <a:path w="9285265" h="3075157">
                <a:moveTo>
                  <a:pt x="0" y="0"/>
                </a:moveTo>
                <a:lnTo>
                  <a:pt x="9285265" y="0"/>
                </a:lnTo>
                <a:lnTo>
                  <a:pt x="9285265" y="3075157"/>
                </a:lnTo>
                <a:lnTo>
                  <a:pt x="0" y="307515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6594375" y="-334043"/>
            <a:ext cx="3899768" cy="5705216"/>
          </a:xfrm>
          <a:custGeom>
            <a:avLst/>
            <a:gdLst/>
            <a:ahLst/>
            <a:cxnLst/>
            <a:rect l="l" t="t" r="r" b="b"/>
            <a:pathLst>
              <a:path w="3899768" h="5705216">
                <a:moveTo>
                  <a:pt x="0" y="0"/>
                </a:moveTo>
                <a:lnTo>
                  <a:pt x="3899768" y="0"/>
                </a:lnTo>
                <a:lnTo>
                  <a:pt x="3899768" y="5705216"/>
                </a:lnTo>
                <a:lnTo>
                  <a:pt x="0" y="570521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V="1">
            <a:off x="16594375" y="5606216"/>
            <a:ext cx="4172955" cy="6104878"/>
          </a:xfrm>
          <a:custGeom>
            <a:avLst/>
            <a:gdLst/>
            <a:ahLst/>
            <a:cxnLst/>
            <a:rect l="l" t="t" r="r" b="b"/>
            <a:pathLst>
              <a:path w="4172955" h="6104878">
                <a:moveTo>
                  <a:pt x="0" y="6104878"/>
                </a:moveTo>
                <a:lnTo>
                  <a:pt x="4172955" y="6104878"/>
                </a:lnTo>
                <a:lnTo>
                  <a:pt x="4172955" y="0"/>
                </a:lnTo>
                <a:lnTo>
                  <a:pt x="0" y="0"/>
                </a:lnTo>
                <a:lnTo>
                  <a:pt x="0" y="6104878"/>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H="1">
            <a:off x="-2318719" y="-920223"/>
            <a:ext cx="3899768" cy="5705216"/>
          </a:xfrm>
          <a:custGeom>
            <a:avLst/>
            <a:gdLst/>
            <a:ahLst/>
            <a:cxnLst/>
            <a:rect l="l" t="t" r="r" b="b"/>
            <a:pathLst>
              <a:path w="3899768" h="5705216">
                <a:moveTo>
                  <a:pt x="3899768" y="0"/>
                </a:moveTo>
                <a:lnTo>
                  <a:pt x="0" y="0"/>
                </a:lnTo>
                <a:lnTo>
                  <a:pt x="0" y="5705215"/>
                </a:lnTo>
                <a:lnTo>
                  <a:pt x="3899768" y="5705215"/>
                </a:lnTo>
                <a:lnTo>
                  <a:pt x="3899768"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flipH="1" flipV="1">
            <a:off x="-2455312" y="5102345"/>
            <a:ext cx="4172955" cy="6104878"/>
          </a:xfrm>
          <a:custGeom>
            <a:avLst/>
            <a:gdLst/>
            <a:ahLst/>
            <a:cxnLst/>
            <a:rect l="l" t="t" r="r" b="b"/>
            <a:pathLst>
              <a:path w="4172955" h="6104878">
                <a:moveTo>
                  <a:pt x="4172954" y="6104878"/>
                </a:moveTo>
                <a:lnTo>
                  <a:pt x="0" y="6104878"/>
                </a:lnTo>
                <a:lnTo>
                  <a:pt x="0" y="0"/>
                </a:lnTo>
                <a:lnTo>
                  <a:pt x="4172954" y="0"/>
                </a:lnTo>
                <a:lnTo>
                  <a:pt x="4172954" y="6104878"/>
                </a:lnTo>
                <a:close/>
              </a:path>
            </a:pathLst>
          </a:custGeom>
          <a:blipFill>
            <a:blip r:embed="rId2">
              <a:extLst>
                <a:ext uri="{96DAC541-7B7A-43D3-8B79-37D633B846F1}">
                  <asvg:svgBlip xmlns:asvg="http://schemas.microsoft.com/office/drawing/2016/SVG/main" r:embed="rId3"/>
                </a:ext>
              </a:extLst>
            </a:blip>
            <a:stretch>
              <a:fillRect/>
            </a:stretch>
          </a:blipFill>
        </p:spPr>
      </p:sp>
      <p:graphicFrame>
        <p:nvGraphicFramePr>
          <p:cNvPr id="6" name="Table 6"/>
          <p:cNvGraphicFramePr>
            <a:graphicFrameLocks noGrp="1"/>
          </p:cNvGraphicFramePr>
          <p:nvPr/>
        </p:nvGraphicFramePr>
        <p:xfrm>
          <a:off x="7284141" y="827148"/>
          <a:ext cx="10453431" cy="8632701"/>
        </p:xfrm>
        <a:graphic>
          <a:graphicData uri="http://schemas.openxmlformats.org/drawingml/2006/table">
            <a:tbl>
              <a:tblPr/>
              <a:tblGrid>
                <a:gridCol w="2334723">
                  <a:extLst>
                    <a:ext uri="{9D8B030D-6E8A-4147-A177-3AD203B41FA5}">
                      <a16:colId xmlns:a16="http://schemas.microsoft.com/office/drawing/2014/main" val="20000"/>
                    </a:ext>
                  </a:extLst>
                </a:gridCol>
                <a:gridCol w="8118708">
                  <a:extLst>
                    <a:ext uri="{9D8B030D-6E8A-4147-A177-3AD203B41FA5}">
                      <a16:colId xmlns:a16="http://schemas.microsoft.com/office/drawing/2014/main" val="20001"/>
                    </a:ext>
                  </a:extLst>
                </a:gridCol>
              </a:tblGrid>
              <a:tr h="784791">
                <a:tc>
                  <a:txBody>
                    <a:bodyPr/>
                    <a:lstStyle/>
                    <a:p>
                      <a:pPr algn="ctr">
                        <a:lnSpc>
                          <a:spcPts val="2649"/>
                        </a:lnSpc>
                        <a:defRPr/>
                      </a:pPr>
                      <a:endParaRPr lang="en-US" sz="1100"/>
                    </a:p>
                  </a:txBody>
                  <a:tcPr marL="200295" marR="200295" marT="200295" marB="200295" anchor="ctr">
                    <a:lnL w="40059" cap="flat" cmpd="sng" algn="ctr">
                      <a:solidFill>
                        <a:srgbClr val="000000"/>
                      </a:solidFill>
                      <a:prstDash val="solid"/>
                      <a:round/>
                      <a:headEnd type="none" w="med" len="med"/>
                      <a:tailEnd type="none" w="med" len="med"/>
                    </a:lnL>
                    <a:lnR w="40059" cap="flat" cmpd="sng" algn="ctr">
                      <a:solidFill>
                        <a:srgbClr val="000000"/>
                      </a:solidFill>
                      <a:prstDash val="solid"/>
                      <a:round/>
                      <a:headEnd type="none" w="med" len="med"/>
                      <a:tailEnd type="none" w="med" len="med"/>
                    </a:lnR>
                    <a:lnT w="40059" cap="flat" cmpd="sng" algn="ctr">
                      <a:solidFill>
                        <a:srgbClr val="000000"/>
                      </a:solidFill>
                      <a:prstDash val="solid"/>
                      <a:round/>
                      <a:headEnd type="none" w="med" len="med"/>
                      <a:tailEnd type="none" w="med" len="med"/>
                    </a:lnT>
                    <a:lnB w="40059" cap="flat" cmpd="sng" algn="ctr">
                      <a:solidFill>
                        <a:srgbClr val="000000"/>
                      </a:solidFill>
                      <a:prstDash val="solid"/>
                      <a:round/>
                      <a:headEnd type="none" w="med" len="med"/>
                      <a:tailEnd type="none" w="med" len="med"/>
                    </a:lnB>
                    <a:solidFill>
                      <a:srgbClr val="0F4F36"/>
                    </a:solidFill>
                  </a:tcPr>
                </a:tc>
                <a:tc>
                  <a:txBody>
                    <a:bodyPr/>
                    <a:lstStyle/>
                    <a:p>
                      <a:pPr algn="ctr">
                        <a:lnSpc>
                          <a:spcPts val="2649"/>
                        </a:lnSpc>
                        <a:defRPr/>
                      </a:pPr>
                      <a:endParaRPr lang="en-US" sz="1100"/>
                    </a:p>
                  </a:txBody>
                  <a:tcPr marL="200295" marR="200295" marT="200295" marB="200295" anchor="ctr">
                    <a:lnL w="40059" cap="flat" cmpd="sng" algn="ctr">
                      <a:solidFill>
                        <a:srgbClr val="000000"/>
                      </a:solidFill>
                      <a:prstDash val="solid"/>
                      <a:round/>
                      <a:headEnd type="none" w="med" len="med"/>
                      <a:tailEnd type="none" w="med" len="med"/>
                    </a:lnL>
                    <a:lnR w="40059" cap="flat" cmpd="sng" algn="ctr">
                      <a:solidFill>
                        <a:srgbClr val="000000"/>
                      </a:solidFill>
                      <a:prstDash val="solid"/>
                      <a:round/>
                      <a:headEnd type="none" w="med" len="med"/>
                      <a:tailEnd type="none" w="med" len="med"/>
                    </a:lnR>
                    <a:lnT w="40059" cap="flat" cmpd="sng" algn="ctr">
                      <a:solidFill>
                        <a:srgbClr val="000000"/>
                      </a:solidFill>
                      <a:prstDash val="solid"/>
                      <a:round/>
                      <a:headEnd type="none" w="med" len="med"/>
                      <a:tailEnd type="none" w="med" len="med"/>
                    </a:lnT>
                    <a:lnB w="40059" cap="flat" cmpd="sng" algn="ctr">
                      <a:solidFill>
                        <a:srgbClr val="000000"/>
                      </a:solidFill>
                      <a:prstDash val="solid"/>
                      <a:round/>
                      <a:headEnd type="none" w="med" len="med"/>
                      <a:tailEnd type="none" w="med" len="med"/>
                    </a:lnB>
                    <a:solidFill>
                      <a:srgbClr val="0F4F36"/>
                    </a:solidFill>
                  </a:tcPr>
                </a:tc>
                <a:extLst>
                  <a:ext uri="{0D108BD9-81ED-4DB2-BD59-A6C34878D82A}">
                    <a16:rowId xmlns:a16="http://schemas.microsoft.com/office/drawing/2014/main" val="10000"/>
                  </a:ext>
                </a:extLst>
              </a:tr>
              <a:tr h="784791">
                <a:tc>
                  <a:txBody>
                    <a:bodyPr/>
                    <a:lstStyle/>
                    <a:p>
                      <a:pPr algn="ctr">
                        <a:lnSpc>
                          <a:spcPts val="2649"/>
                        </a:lnSpc>
                        <a:defRPr/>
                      </a:pPr>
                      <a:endParaRPr lang="en-US" sz="1100"/>
                    </a:p>
                  </a:txBody>
                  <a:tcPr marL="200295" marR="200295" marT="200295" marB="200295" anchor="ctr">
                    <a:lnL w="40059" cap="flat" cmpd="sng" algn="ctr">
                      <a:solidFill>
                        <a:srgbClr val="000000"/>
                      </a:solidFill>
                      <a:prstDash val="solid"/>
                      <a:round/>
                      <a:headEnd type="none" w="med" len="med"/>
                      <a:tailEnd type="none" w="med" len="med"/>
                    </a:lnL>
                    <a:lnR w="40059" cap="flat" cmpd="sng" algn="ctr">
                      <a:solidFill>
                        <a:srgbClr val="000000"/>
                      </a:solidFill>
                      <a:prstDash val="solid"/>
                      <a:round/>
                      <a:headEnd type="none" w="med" len="med"/>
                      <a:tailEnd type="none" w="med" len="med"/>
                    </a:lnR>
                    <a:lnT w="40059" cap="flat" cmpd="sng" algn="ctr">
                      <a:solidFill>
                        <a:srgbClr val="000000"/>
                      </a:solidFill>
                      <a:prstDash val="solid"/>
                      <a:round/>
                      <a:headEnd type="none" w="med" len="med"/>
                      <a:tailEnd type="none" w="med" len="med"/>
                    </a:lnT>
                    <a:lnB w="40059" cap="flat" cmpd="sng" algn="ctr">
                      <a:solidFill>
                        <a:srgbClr val="000000"/>
                      </a:solidFill>
                      <a:prstDash val="solid"/>
                      <a:round/>
                      <a:headEnd type="none" w="med" len="med"/>
                      <a:tailEnd type="none" w="med" len="med"/>
                    </a:lnB>
                    <a:solidFill>
                      <a:srgbClr val="0F4F36"/>
                    </a:solidFill>
                  </a:tcPr>
                </a:tc>
                <a:tc>
                  <a:txBody>
                    <a:bodyPr/>
                    <a:lstStyle/>
                    <a:p>
                      <a:pPr algn="ctr">
                        <a:lnSpc>
                          <a:spcPts val="2649"/>
                        </a:lnSpc>
                        <a:defRPr/>
                      </a:pPr>
                      <a:endParaRPr lang="en-US" sz="1100"/>
                    </a:p>
                  </a:txBody>
                  <a:tcPr marL="200295" marR="200295" marT="200295" marB="200295" anchor="ctr">
                    <a:lnL w="40059" cap="flat" cmpd="sng" algn="ctr">
                      <a:solidFill>
                        <a:srgbClr val="000000"/>
                      </a:solidFill>
                      <a:prstDash val="solid"/>
                      <a:round/>
                      <a:headEnd type="none" w="med" len="med"/>
                      <a:tailEnd type="none" w="med" len="med"/>
                    </a:lnL>
                    <a:lnR w="40059" cap="flat" cmpd="sng" algn="ctr">
                      <a:solidFill>
                        <a:srgbClr val="000000"/>
                      </a:solidFill>
                      <a:prstDash val="solid"/>
                      <a:round/>
                      <a:headEnd type="none" w="med" len="med"/>
                      <a:tailEnd type="none" w="med" len="med"/>
                    </a:lnR>
                    <a:lnT w="40059" cap="flat" cmpd="sng" algn="ctr">
                      <a:solidFill>
                        <a:srgbClr val="000000"/>
                      </a:solidFill>
                      <a:prstDash val="solid"/>
                      <a:round/>
                      <a:headEnd type="none" w="med" len="med"/>
                      <a:tailEnd type="none" w="med" len="med"/>
                    </a:lnT>
                    <a:lnB w="40059" cap="flat" cmpd="sng" algn="ctr">
                      <a:solidFill>
                        <a:srgbClr val="000000"/>
                      </a:solidFill>
                      <a:prstDash val="solid"/>
                      <a:round/>
                      <a:headEnd type="none" w="med" len="med"/>
                      <a:tailEnd type="none" w="med" len="med"/>
                    </a:lnB>
                    <a:solidFill>
                      <a:srgbClr val="0F4F36"/>
                    </a:solidFill>
                  </a:tcPr>
                </a:tc>
                <a:extLst>
                  <a:ext uri="{0D108BD9-81ED-4DB2-BD59-A6C34878D82A}">
                    <a16:rowId xmlns:a16="http://schemas.microsoft.com/office/drawing/2014/main" val="10001"/>
                  </a:ext>
                </a:extLst>
              </a:tr>
              <a:tr h="784791">
                <a:tc>
                  <a:txBody>
                    <a:bodyPr/>
                    <a:lstStyle/>
                    <a:p>
                      <a:pPr algn="ctr">
                        <a:lnSpc>
                          <a:spcPts val="2649"/>
                        </a:lnSpc>
                        <a:defRPr/>
                      </a:pPr>
                      <a:endParaRPr lang="en-US" sz="1100"/>
                    </a:p>
                  </a:txBody>
                  <a:tcPr marL="200295" marR="200295" marT="200295" marB="200295" anchor="ctr">
                    <a:lnL w="40059" cap="flat" cmpd="sng" algn="ctr">
                      <a:solidFill>
                        <a:srgbClr val="000000"/>
                      </a:solidFill>
                      <a:prstDash val="solid"/>
                      <a:round/>
                      <a:headEnd type="none" w="med" len="med"/>
                      <a:tailEnd type="none" w="med" len="med"/>
                    </a:lnL>
                    <a:lnR w="40059" cap="flat" cmpd="sng" algn="ctr">
                      <a:solidFill>
                        <a:srgbClr val="000000"/>
                      </a:solidFill>
                      <a:prstDash val="solid"/>
                      <a:round/>
                      <a:headEnd type="none" w="med" len="med"/>
                      <a:tailEnd type="none" w="med" len="med"/>
                    </a:lnR>
                    <a:lnT w="40059" cap="flat" cmpd="sng" algn="ctr">
                      <a:solidFill>
                        <a:srgbClr val="000000"/>
                      </a:solidFill>
                      <a:prstDash val="solid"/>
                      <a:round/>
                      <a:headEnd type="none" w="med" len="med"/>
                      <a:tailEnd type="none" w="med" len="med"/>
                    </a:lnT>
                    <a:lnB w="40059" cap="flat" cmpd="sng" algn="ctr">
                      <a:solidFill>
                        <a:srgbClr val="000000"/>
                      </a:solidFill>
                      <a:prstDash val="solid"/>
                      <a:round/>
                      <a:headEnd type="none" w="med" len="med"/>
                      <a:tailEnd type="none" w="med" len="med"/>
                    </a:lnB>
                    <a:solidFill>
                      <a:srgbClr val="0F4F36"/>
                    </a:solidFill>
                  </a:tcPr>
                </a:tc>
                <a:tc>
                  <a:txBody>
                    <a:bodyPr/>
                    <a:lstStyle/>
                    <a:p>
                      <a:pPr algn="ctr">
                        <a:lnSpc>
                          <a:spcPts val="2649"/>
                        </a:lnSpc>
                        <a:defRPr/>
                      </a:pPr>
                      <a:endParaRPr lang="en-US" sz="1100"/>
                    </a:p>
                  </a:txBody>
                  <a:tcPr marL="200295" marR="200295" marT="200295" marB="200295" anchor="ctr">
                    <a:lnL w="40059" cap="flat" cmpd="sng" algn="ctr">
                      <a:solidFill>
                        <a:srgbClr val="000000"/>
                      </a:solidFill>
                      <a:prstDash val="solid"/>
                      <a:round/>
                      <a:headEnd type="none" w="med" len="med"/>
                      <a:tailEnd type="none" w="med" len="med"/>
                    </a:lnL>
                    <a:lnR w="40059" cap="flat" cmpd="sng" algn="ctr">
                      <a:solidFill>
                        <a:srgbClr val="000000"/>
                      </a:solidFill>
                      <a:prstDash val="solid"/>
                      <a:round/>
                      <a:headEnd type="none" w="med" len="med"/>
                      <a:tailEnd type="none" w="med" len="med"/>
                    </a:lnR>
                    <a:lnT w="40059" cap="flat" cmpd="sng" algn="ctr">
                      <a:solidFill>
                        <a:srgbClr val="000000"/>
                      </a:solidFill>
                      <a:prstDash val="solid"/>
                      <a:round/>
                      <a:headEnd type="none" w="med" len="med"/>
                      <a:tailEnd type="none" w="med" len="med"/>
                    </a:lnT>
                    <a:lnB w="40059" cap="flat" cmpd="sng" algn="ctr">
                      <a:solidFill>
                        <a:srgbClr val="000000"/>
                      </a:solidFill>
                      <a:prstDash val="solid"/>
                      <a:round/>
                      <a:headEnd type="none" w="med" len="med"/>
                      <a:tailEnd type="none" w="med" len="med"/>
                    </a:lnB>
                    <a:solidFill>
                      <a:srgbClr val="0F4F36"/>
                    </a:solidFill>
                  </a:tcPr>
                </a:tc>
                <a:extLst>
                  <a:ext uri="{0D108BD9-81ED-4DB2-BD59-A6C34878D82A}">
                    <a16:rowId xmlns:a16="http://schemas.microsoft.com/office/drawing/2014/main" val="10002"/>
                  </a:ext>
                </a:extLst>
              </a:tr>
              <a:tr h="784791">
                <a:tc>
                  <a:txBody>
                    <a:bodyPr/>
                    <a:lstStyle/>
                    <a:p>
                      <a:pPr algn="ctr">
                        <a:lnSpc>
                          <a:spcPts val="2649"/>
                        </a:lnSpc>
                        <a:defRPr/>
                      </a:pPr>
                      <a:endParaRPr lang="en-US" sz="1100"/>
                    </a:p>
                  </a:txBody>
                  <a:tcPr marL="200295" marR="200295" marT="200295" marB="200295" anchor="ctr">
                    <a:lnL w="40059" cap="flat" cmpd="sng" algn="ctr">
                      <a:solidFill>
                        <a:srgbClr val="000000"/>
                      </a:solidFill>
                      <a:prstDash val="solid"/>
                      <a:round/>
                      <a:headEnd type="none" w="med" len="med"/>
                      <a:tailEnd type="none" w="med" len="med"/>
                    </a:lnL>
                    <a:lnR w="40059" cap="flat" cmpd="sng" algn="ctr">
                      <a:solidFill>
                        <a:srgbClr val="000000"/>
                      </a:solidFill>
                      <a:prstDash val="solid"/>
                      <a:round/>
                      <a:headEnd type="none" w="med" len="med"/>
                      <a:tailEnd type="none" w="med" len="med"/>
                    </a:lnR>
                    <a:lnT w="40059" cap="flat" cmpd="sng" algn="ctr">
                      <a:solidFill>
                        <a:srgbClr val="000000"/>
                      </a:solidFill>
                      <a:prstDash val="solid"/>
                      <a:round/>
                      <a:headEnd type="none" w="med" len="med"/>
                      <a:tailEnd type="none" w="med" len="med"/>
                    </a:lnT>
                    <a:lnB w="40059" cap="flat" cmpd="sng" algn="ctr">
                      <a:solidFill>
                        <a:srgbClr val="000000"/>
                      </a:solidFill>
                      <a:prstDash val="solid"/>
                      <a:round/>
                      <a:headEnd type="none" w="med" len="med"/>
                      <a:tailEnd type="none" w="med" len="med"/>
                    </a:lnB>
                    <a:solidFill>
                      <a:srgbClr val="0F4F36"/>
                    </a:solidFill>
                  </a:tcPr>
                </a:tc>
                <a:tc>
                  <a:txBody>
                    <a:bodyPr/>
                    <a:lstStyle/>
                    <a:p>
                      <a:pPr algn="ctr">
                        <a:lnSpc>
                          <a:spcPts val="2649"/>
                        </a:lnSpc>
                        <a:defRPr/>
                      </a:pPr>
                      <a:endParaRPr lang="en-US" sz="1100"/>
                    </a:p>
                  </a:txBody>
                  <a:tcPr marL="200295" marR="200295" marT="200295" marB="200295" anchor="ctr">
                    <a:lnL w="40059" cap="flat" cmpd="sng" algn="ctr">
                      <a:solidFill>
                        <a:srgbClr val="000000"/>
                      </a:solidFill>
                      <a:prstDash val="solid"/>
                      <a:round/>
                      <a:headEnd type="none" w="med" len="med"/>
                      <a:tailEnd type="none" w="med" len="med"/>
                    </a:lnL>
                    <a:lnR w="40059" cap="flat" cmpd="sng" algn="ctr">
                      <a:solidFill>
                        <a:srgbClr val="000000"/>
                      </a:solidFill>
                      <a:prstDash val="solid"/>
                      <a:round/>
                      <a:headEnd type="none" w="med" len="med"/>
                      <a:tailEnd type="none" w="med" len="med"/>
                    </a:lnR>
                    <a:lnT w="40059" cap="flat" cmpd="sng" algn="ctr">
                      <a:solidFill>
                        <a:srgbClr val="000000"/>
                      </a:solidFill>
                      <a:prstDash val="solid"/>
                      <a:round/>
                      <a:headEnd type="none" w="med" len="med"/>
                      <a:tailEnd type="none" w="med" len="med"/>
                    </a:lnT>
                    <a:lnB w="40059" cap="flat" cmpd="sng" algn="ctr">
                      <a:solidFill>
                        <a:srgbClr val="000000"/>
                      </a:solidFill>
                      <a:prstDash val="solid"/>
                      <a:round/>
                      <a:headEnd type="none" w="med" len="med"/>
                      <a:tailEnd type="none" w="med" len="med"/>
                    </a:lnB>
                    <a:solidFill>
                      <a:srgbClr val="0F4F36"/>
                    </a:solidFill>
                  </a:tcPr>
                </a:tc>
                <a:extLst>
                  <a:ext uri="{0D108BD9-81ED-4DB2-BD59-A6C34878D82A}">
                    <a16:rowId xmlns:a16="http://schemas.microsoft.com/office/drawing/2014/main" val="10003"/>
                  </a:ext>
                </a:extLst>
              </a:tr>
              <a:tr h="784791">
                <a:tc>
                  <a:txBody>
                    <a:bodyPr/>
                    <a:lstStyle/>
                    <a:p>
                      <a:pPr algn="ctr">
                        <a:lnSpc>
                          <a:spcPts val="2649"/>
                        </a:lnSpc>
                        <a:defRPr/>
                      </a:pPr>
                      <a:endParaRPr lang="en-US" sz="1100"/>
                    </a:p>
                  </a:txBody>
                  <a:tcPr marL="200295" marR="200295" marT="200295" marB="200295" anchor="ctr">
                    <a:lnL w="40059" cap="flat" cmpd="sng" algn="ctr">
                      <a:solidFill>
                        <a:srgbClr val="000000"/>
                      </a:solidFill>
                      <a:prstDash val="solid"/>
                      <a:round/>
                      <a:headEnd type="none" w="med" len="med"/>
                      <a:tailEnd type="none" w="med" len="med"/>
                    </a:lnL>
                    <a:lnR w="40059" cap="flat" cmpd="sng" algn="ctr">
                      <a:solidFill>
                        <a:srgbClr val="000000"/>
                      </a:solidFill>
                      <a:prstDash val="solid"/>
                      <a:round/>
                      <a:headEnd type="none" w="med" len="med"/>
                      <a:tailEnd type="none" w="med" len="med"/>
                    </a:lnR>
                    <a:lnT w="40059" cap="flat" cmpd="sng" algn="ctr">
                      <a:solidFill>
                        <a:srgbClr val="000000"/>
                      </a:solidFill>
                      <a:prstDash val="solid"/>
                      <a:round/>
                      <a:headEnd type="none" w="med" len="med"/>
                      <a:tailEnd type="none" w="med" len="med"/>
                    </a:lnT>
                    <a:lnB w="40059" cap="flat" cmpd="sng" algn="ctr">
                      <a:solidFill>
                        <a:srgbClr val="000000"/>
                      </a:solidFill>
                      <a:prstDash val="solid"/>
                      <a:round/>
                      <a:headEnd type="none" w="med" len="med"/>
                      <a:tailEnd type="none" w="med" len="med"/>
                    </a:lnB>
                    <a:solidFill>
                      <a:srgbClr val="0F4F36"/>
                    </a:solidFill>
                  </a:tcPr>
                </a:tc>
                <a:tc>
                  <a:txBody>
                    <a:bodyPr/>
                    <a:lstStyle/>
                    <a:p>
                      <a:pPr algn="ctr">
                        <a:lnSpc>
                          <a:spcPts val="2649"/>
                        </a:lnSpc>
                        <a:defRPr/>
                      </a:pPr>
                      <a:endParaRPr lang="en-US" sz="1100"/>
                    </a:p>
                  </a:txBody>
                  <a:tcPr marL="200295" marR="200295" marT="200295" marB="200295" anchor="ctr">
                    <a:lnL w="40059" cap="flat" cmpd="sng" algn="ctr">
                      <a:solidFill>
                        <a:srgbClr val="000000"/>
                      </a:solidFill>
                      <a:prstDash val="solid"/>
                      <a:round/>
                      <a:headEnd type="none" w="med" len="med"/>
                      <a:tailEnd type="none" w="med" len="med"/>
                    </a:lnL>
                    <a:lnR w="40059" cap="flat" cmpd="sng" algn="ctr">
                      <a:solidFill>
                        <a:srgbClr val="000000"/>
                      </a:solidFill>
                      <a:prstDash val="solid"/>
                      <a:round/>
                      <a:headEnd type="none" w="med" len="med"/>
                      <a:tailEnd type="none" w="med" len="med"/>
                    </a:lnR>
                    <a:lnT w="40059" cap="flat" cmpd="sng" algn="ctr">
                      <a:solidFill>
                        <a:srgbClr val="000000"/>
                      </a:solidFill>
                      <a:prstDash val="solid"/>
                      <a:round/>
                      <a:headEnd type="none" w="med" len="med"/>
                      <a:tailEnd type="none" w="med" len="med"/>
                    </a:lnT>
                    <a:lnB w="40059" cap="flat" cmpd="sng" algn="ctr">
                      <a:solidFill>
                        <a:srgbClr val="000000"/>
                      </a:solidFill>
                      <a:prstDash val="solid"/>
                      <a:round/>
                      <a:headEnd type="none" w="med" len="med"/>
                      <a:tailEnd type="none" w="med" len="med"/>
                    </a:lnB>
                    <a:solidFill>
                      <a:srgbClr val="0F4F36"/>
                    </a:solidFill>
                  </a:tcPr>
                </a:tc>
                <a:extLst>
                  <a:ext uri="{0D108BD9-81ED-4DB2-BD59-A6C34878D82A}">
                    <a16:rowId xmlns:a16="http://schemas.microsoft.com/office/drawing/2014/main" val="10004"/>
                  </a:ext>
                </a:extLst>
              </a:tr>
              <a:tr h="784791">
                <a:tc>
                  <a:txBody>
                    <a:bodyPr/>
                    <a:lstStyle/>
                    <a:p>
                      <a:pPr algn="ctr">
                        <a:lnSpc>
                          <a:spcPts val="2649"/>
                        </a:lnSpc>
                        <a:defRPr/>
                      </a:pPr>
                      <a:endParaRPr lang="en-US" sz="1100"/>
                    </a:p>
                  </a:txBody>
                  <a:tcPr marL="200295" marR="200295" marT="200295" marB="200295" anchor="ctr">
                    <a:lnL w="40059" cap="flat" cmpd="sng" algn="ctr">
                      <a:solidFill>
                        <a:srgbClr val="000000"/>
                      </a:solidFill>
                      <a:prstDash val="solid"/>
                      <a:round/>
                      <a:headEnd type="none" w="med" len="med"/>
                      <a:tailEnd type="none" w="med" len="med"/>
                    </a:lnL>
                    <a:lnR w="40059" cap="flat" cmpd="sng" algn="ctr">
                      <a:solidFill>
                        <a:srgbClr val="000000"/>
                      </a:solidFill>
                      <a:prstDash val="solid"/>
                      <a:round/>
                      <a:headEnd type="none" w="med" len="med"/>
                      <a:tailEnd type="none" w="med" len="med"/>
                    </a:lnR>
                    <a:lnT w="40059" cap="flat" cmpd="sng" algn="ctr">
                      <a:solidFill>
                        <a:srgbClr val="000000"/>
                      </a:solidFill>
                      <a:prstDash val="solid"/>
                      <a:round/>
                      <a:headEnd type="none" w="med" len="med"/>
                      <a:tailEnd type="none" w="med" len="med"/>
                    </a:lnT>
                    <a:lnB w="40059" cap="flat" cmpd="sng" algn="ctr">
                      <a:solidFill>
                        <a:srgbClr val="000000"/>
                      </a:solidFill>
                      <a:prstDash val="solid"/>
                      <a:round/>
                      <a:headEnd type="none" w="med" len="med"/>
                      <a:tailEnd type="none" w="med" len="med"/>
                    </a:lnB>
                    <a:solidFill>
                      <a:srgbClr val="0F4F36"/>
                    </a:solidFill>
                  </a:tcPr>
                </a:tc>
                <a:tc>
                  <a:txBody>
                    <a:bodyPr/>
                    <a:lstStyle/>
                    <a:p>
                      <a:pPr algn="ctr">
                        <a:lnSpc>
                          <a:spcPts val="2649"/>
                        </a:lnSpc>
                        <a:defRPr/>
                      </a:pPr>
                      <a:endParaRPr lang="en-US" sz="1100"/>
                    </a:p>
                  </a:txBody>
                  <a:tcPr marL="200295" marR="200295" marT="200295" marB="200295" anchor="ctr">
                    <a:lnL w="40059" cap="flat" cmpd="sng" algn="ctr">
                      <a:solidFill>
                        <a:srgbClr val="000000"/>
                      </a:solidFill>
                      <a:prstDash val="solid"/>
                      <a:round/>
                      <a:headEnd type="none" w="med" len="med"/>
                      <a:tailEnd type="none" w="med" len="med"/>
                    </a:lnL>
                    <a:lnR w="40059" cap="flat" cmpd="sng" algn="ctr">
                      <a:solidFill>
                        <a:srgbClr val="000000"/>
                      </a:solidFill>
                      <a:prstDash val="solid"/>
                      <a:round/>
                      <a:headEnd type="none" w="med" len="med"/>
                      <a:tailEnd type="none" w="med" len="med"/>
                    </a:lnR>
                    <a:lnT w="40059" cap="flat" cmpd="sng" algn="ctr">
                      <a:solidFill>
                        <a:srgbClr val="000000"/>
                      </a:solidFill>
                      <a:prstDash val="solid"/>
                      <a:round/>
                      <a:headEnd type="none" w="med" len="med"/>
                      <a:tailEnd type="none" w="med" len="med"/>
                    </a:lnT>
                    <a:lnB w="40059" cap="flat" cmpd="sng" algn="ctr">
                      <a:solidFill>
                        <a:srgbClr val="000000"/>
                      </a:solidFill>
                      <a:prstDash val="solid"/>
                      <a:round/>
                      <a:headEnd type="none" w="med" len="med"/>
                      <a:tailEnd type="none" w="med" len="med"/>
                    </a:lnB>
                    <a:solidFill>
                      <a:srgbClr val="0F4F36"/>
                    </a:solidFill>
                  </a:tcPr>
                </a:tc>
                <a:extLst>
                  <a:ext uri="{0D108BD9-81ED-4DB2-BD59-A6C34878D82A}">
                    <a16:rowId xmlns:a16="http://schemas.microsoft.com/office/drawing/2014/main" val="10005"/>
                  </a:ext>
                </a:extLst>
              </a:tr>
              <a:tr h="784791">
                <a:tc>
                  <a:txBody>
                    <a:bodyPr/>
                    <a:lstStyle/>
                    <a:p>
                      <a:pPr algn="ctr">
                        <a:lnSpc>
                          <a:spcPts val="2649"/>
                        </a:lnSpc>
                        <a:defRPr/>
                      </a:pPr>
                      <a:endParaRPr lang="en-US" sz="1100"/>
                    </a:p>
                  </a:txBody>
                  <a:tcPr marL="200295" marR="200295" marT="200295" marB="200295" anchor="ctr">
                    <a:lnL w="40059" cap="flat" cmpd="sng" algn="ctr">
                      <a:solidFill>
                        <a:srgbClr val="000000"/>
                      </a:solidFill>
                      <a:prstDash val="solid"/>
                      <a:round/>
                      <a:headEnd type="none" w="med" len="med"/>
                      <a:tailEnd type="none" w="med" len="med"/>
                    </a:lnL>
                    <a:lnR w="40059" cap="flat" cmpd="sng" algn="ctr">
                      <a:solidFill>
                        <a:srgbClr val="000000"/>
                      </a:solidFill>
                      <a:prstDash val="solid"/>
                      <a:round/>
                      <a:headEnd type="none" w="med" len="med"/>
                      <a:tailEnd type="none" w="med" len="med"/>
                    </a:lnR>
                    <a:lnT w="40059" cap="flat" cmpd="sng" algn="ctr">
                      <a:solidFill>
                        <a:srgbClr val="000000"/>
                      </a:solidFill>
                      <a:prstDash val="solid"/>
                      <a:round/>
                      <a:headEnd type="none" w="med" len="med"/>
                      <a:tailEnd type="none" w="med" len="med"/>
                    </a:lnT>
                    <a:lnB w="40059" cap="flat" cmpd="sng" algn="ctr">
                      <a:solidFill>
                        <a:srgbClr val="000000"/>
                      </a:solidFill>
                      <a:prstDash val="solid"/>
                      <a:round/>
                      <a:headEnd type="none" w="med" len="med"/>
                      <a:tailEnd type="none" w="med" len="med"/>
                    </a:lnB>
                    <a:solidFill>
                      <a:srgbClr val="0F4F36"/>
                    </a:solidFill>
                  </a:tcPr>
                </a:tc>
                <a:tc>
                  <a:txBody>
                    <a:bodyPr/>
                    <a:lstStyle/>
                    <a:p>
                      <a:pPr algn="ctr">
                        <a:lnSpc>
                          <a:spcPts val="2649"/>
                        </a:lnSpc>
                        <a:defRPr/>
                      </a:pPr>
                      <a:endParaRPr lang="en-US" sz="1100"/>
                    </a:p>
                  </a:txBody>
                  <a:tcPr marL="200295" marR="200295" marT="200295" marB="200295" anchor="ctr">
                    <a:lnL w="40059" cap="flat" cmpd="sng" algn="ctr">
                      <a:solidFill>
                        <a:srgbClr val="000000"/>
                      </a:solidFill>
                      <a:prstDash val="solid"/>
                      <a:round/>
                      <a:headEnd type="none" w="med" len="med"/>
                      <a:tailEnd type="none" w="med" len="med"/>
                    </a:lnL>
                    <a:lnR w="40059" cap="flat" cmpd="sng" algn="ctr">
                      <a:solidFill>
                        <a:srgbClr val="000000"/>
                      </a:solidFill>
                      <a:prstDash val="solid"/>
                      <a:round/>
                      <a:headEnd type="none" w="med" len="med"/>
                      <a:tailEnd type="none" w="med" len="med"/>
                    </a:lnR>
                    <a:lnT w="40059" cap="flat" cmpd="sng" algn="ctr">
                      <a:solidFill>
                        <a:srgbClr val="000000"/>
                      </a:solidFill>
                      <a:prstDash val="solid"/>
                      <a:round/>
                      <a:headEnd type="none" w="med" len="med"/>
                      <a:tailEnd type="none" w="med" len="med"/>
                    </a:lnT>
                    <a:lnB w="40059" cap="flat" cmpd="sng" algn="ctr">
                      <a:solidFill>
                        <a:srgbClr val="000000"/>
                      </a:solidFill>
                      <a:prstDash val="solid"/>
                      <a:round/>
                      <a:headEnd type="none" w="med" len="med"/>
                      <a:tailEnd type="none" w="med" len="med"/>
                    </a:lnB>
                    <a:solidFill>
                      <a:srgbClr val="0F4F36"/>
                    </a:solidFill>
                  </a:tcPr>
                </a:tc>
                <a:extLst>
                  <a:ext uri="{0D108BD9-81ED-4DB2-BD59-A6C34878D82A}">
                    <a16:rowId xmlns:a16="http://schemas.microsoft.com/office/drawing/2014/main" val="10006"/>
                  </a:ext>
                </a:extLst>
              </a:tr>
              <a:tr h="784791">
                <a:tc>
                  <a:txBody>
                    <a:bodyPr/>
                    <a:lstStyle/>
                    <a:p>
                      <a:pPr algn="ctr">
                        <a:lnSpc>
                          <a:spcPts val="2649"/>
                        </a:lnSpc>
                        <a:defRPr/>
                      </a:pPr>
                      <a:endParaRPr lang="en-US" sz="1100"/>
                    </a:p>
                  </a:txBody>
                  <a:tcPr marL="200295" marR="200295" marT="200295" marB="200295" anchor="ctr">
                    <a:lnL w="40059" cap="flat" cmpd="sng" algn="ctr">
                      <a:solidFill>
                        <a:srgbClr val="000000"/>
                      </a:solidFill>
                      <a:prstDash val="solid"/>
                      <a:round/>
                      <a:headEnd type="none" w="med" len="med"/>
                      <a:tailEnd type="none" w="med" len="med"/>
                    </a:lnL>
                    <a:lnR w="40059" cap="flat" cmpd="sng" algn="ctr">
                      <a:solidFill>
                        <a:srgbClr val="000000"/>
                      </a:solidFill>
                      <a:prstDash val="solid"/>
                      <a:round/>
                      <a:headEnd type="none" w="med" len="med"/>
                      <a:tailEnd type="none" w="med" len="med"/>
                    </a:lnR>
                    <a:lnT w="40059" cap="flat" cmpd="sng" algn="ctr">
                      <a:solidFill>
                        <a:srgbClr val="000000"/>
                      </a:solidFill>
                      <a:prstDash val="solid"/>
                      <a:round/>
                      <a:headEnd type="none" w="med" len="med"/>
                      <a:tailEnd type="none" w="med" len="med"/>
                    </a:lnT>
                    <a:lnB w="40059" cap="flat" cmpd="sng" algn="ctr">
                      <a:solidFill>
                        <a:srgbClr val="000000"/>
                      </a:solidFill>
                      <a:prstDash val="solid"/>
                      <a:round/>
                      <a:headEnd type="none" w="med" len="med"/>
                      <a:tailEnd type="none" w="med" len="med"/>
                    </a:lnB>
                    <a:solidFill>
                      <a:srgbClr val="0F4F36"/>
                    </a:solidFill>
                  </a:tcPr>
                </a:tc>
                <a:tc>
                  <a:txBody>
                    <a:bodyPr/>
                    <a:lstStyle/>
                    <a:p>
                      <a:pPr algn="ctr">
                        <a:lnSpc>
                          <a:spcPts val="2649"/>
                        </a:lnSpc>
                        <a:defRPr/>
                      </a:pPr>
                      <a:endParaRPr lang="en-US" sz="1100"/>
                    </a:p>
                  </a:txBody>
                  <a:tcPr marL="200295" marR="200295" marT="200295" marB="200295" anchor="ctr">
                    <a:lnL w="40059" cap="flat" cmpd="sng" algn="ctr">
                      <a:solidFill>
                        <a:srgbClr val="000000"/>
                      </a:solidFill>
                      <a:prstDash val="solid"/>
                      <a:round/>
                      <a:headEnd type="none" w="med" len="med"/>
                      <a:tailEnd type="none" w="med" len="med"/>
                    </a:lnL>
                    <a:lnR w="40059" cap="flat" cmpd="sng" algn="ctr">
                      <a:solidFill>
                        <a:srgbClr val="000000"/>
                      </a:solidFill>
                      <a:prstDash val="solid"/>
                      <a:round/>
                      <a:headEnd type="none" w="med" len="med"/>
                      <a:tailEnd type="none" w="med" len="med"/>
                    </a:lnR>
                    <a:lnT w="40059" cap="flat" cmpd="sng" algn="ctr">
                      <a:solidFill>
                        <a:srgbClr val="000000"/>
                      </a:solidFill>
                      <a:prstDash val="solid"/>
                      <a:round/>
                      <a:headEnd type="none" w="med" len="med"/>
                      <a:tailEnd type="none" w="med" len="med"/>
                    </a:lnT>
                    <a:lnB w="40059" cap="flat" cmpd="sng" algn="ctr">
                      <a:solidFill>
                        <a:srgbClr val="000000"/>
                      </a:solidFill>
                      <a:prstDash val="solid"/>
                      <a:round/>
                      <a:headEnd type="none" w="med" len="med"/>
                      <a:tailEnd type="none" w="med" len="med"/>
                    </a:lnB>
                    <a:solidFill>
                      <a:srgbClr val="0F4F36"/>
                    </a:solidFill>
                  </a:tcPr>
                </a:tc>
                <a:extLst>
                  <a:ext uri="{0D108BD9-81ED-4DB2-BD59-A6C34878D82A}">
                    <a16:rowId xmlns:a16="http://schemas.microsoft.com/office/drawing/2014/main" val="10007"/>
                  </a:ext>
                </a:extLst>
              </a:tr>
              <a:tr h="784791">
                <a:tc>
                  <a:txBody>
                    <a:bodyPr/>
                    <a:lstStyle/>
                    <a:p>
                      <a:pPr algn="ctr">
                        <a:lnSpc>
                          <a:spcPts val="2649"/>
                        </a:lnSpc>
                        <a:defRPr/>
                      </a:pPr>
                      <a:endParaRPr lang="en-US" sz="1100"/>
                    </a:p>
                  </a:txBody>
                  <a:tcPr marL="200295" marR="200295" marT="200295" marB="200295" anchor="ctr">
                    <a:lnL w="40059" cap="flat" cmpd="sng" algn="ctr">
                      <a:solidFill>
                        <a:srgbClr val="000000"/>
                      </a:solidFill>
                      <a:prstDash val="solid"/>
                      <a:round/>
                      <a:headEnd type="none" w="med" len="med"/>
                      <a:tailEnd type="none" w="med" len="med"/>
                    </a:lnL>
                    <a:lnR w="40059" cap="flat" cmpd="sng" algn="ctr">
                      <a:solidFill>
                        <a:srgbClr val="000000"/>
                      </a:solidFill>
                      <a:prstDash val="solid"/>
                      <a:round/>
                      <a:headEnd type="none" w="med" len="med"/>
                      <a:tailEnd type="none" w="med" len="med"/>
                    </a:lnR>
                    <a:lnT w="40059" cap="flat" cmpd="sng" algn="ctr">
                      <a:solidFill>
                        <a:srgbClr val="000000"/>
                      </a:solidFill>
                      <a:prstDash val="solid"/>
                      <a:round/>
                      <a:headEnd type="none" w="med" len="med"/>
                      <a:tailEnd type="none" w="med" len="med"/>
                    </a:lnT>
                    <a:lnB w="40059" cap="flat" cmpd="sng" algn="ctr">
                      <a:solidFill>
                        <a:srgbClr val="000000"/>
                      </a:solidFill>
                      <a:prstDash val="solid"/>
                      <a:round/>
                      <a:headEnd type="none" w="med" len="med"/>
                      <a:tailEnd type="none" w="med" len="med"/>
                    </a:lnB>
                    <a:solidFill>
                      <a:srgbClr val="0F4F36"/>
                    </a:solidFill>
                  </a:tcPr>
                </a:tc>
                <a:tc>
                  <a:txBody>
                    <a:bodyPr/>
                    <a:lstStyle/>
                    <a:p>
                      <a:pPr algn="ctr">
                        <a:lnSpc>
                          <a:spcPts val="2649"/>
                        </a:lnSpc>
                        <a:defRPr/>
                      </a:pPr>
                      <a:endParaRPr lang="en-US" sz="1100"/>
                    </a:p>
                  </a:txBody>
                  <a:tcPr marL="200295" marR="200295" marT="200295" marB="200295" anchor="ctr">
                    <a:lnL w="40059" cap="flat" cmpd="sng" algn="ctr">
                      <a:solidFill>
                        <a:srgbClr val="000000"/>
                      </a:solidFill>
                      <a:prstDash val="solid"/>
                      <a:round/>
                      <a:headEnd type="none" w="med" len="med"/>
                      <a:tailEnd type="none" w="med" len="med"/>
                    </a:lnL>
                    <a:lnR w="40059" cap="flat" cmpd="sng" algn="ctr">
                      <a:solidFill>
                        <a:srgbClr val="000000"/>
                      </a:solidFill>
                      <a:prstDash val="solid"/>
                      <a:round/>
                      <a:headEnd type="none" w="med" len="med"/>
                      <a:tailEnd type="none" w="med" len="med"/>
                    </a:lnR>
                    <a:lnT w="40059" cap="flat" cmpd="sng" algn="ctr">
                      <a:solidFill>
                        <a:srgbClr val="000000"/>
                      </a:solidFill>
                      <a:prstDash val="solid"/>
                      <a:round/>
                      <a:headEnd type="none" w="med" len="med"/>
                      <a:tailEnd type="none" w="med" len="med"/>
                    </a:lnT>
                    <a:lnB w="40059" cap="flat" cmpd="sng" algn="ctr">
                      <a:solidFill>
                        <a:srgbClr val="000000"/>
                      </a:solidFill>
                      <a:prstDash val="solid"/>
                      <a:round/>
                      <a:headEnd type="none" w="med" len="med"/>
                      <a:tailEnd type="none" w="med" len="med"/>
                    </a:lnB>
                    <a:solidFill>
                      <a:srgbClr val="0F4F36"/>
                    </a:solidFill>
                  </a:tcPr>
                </a:tc>
                <a:extLst>
                  <a:ext uri="{0D108BD9-81ED-4DB2-BD59-A6C34878D82A}">
                    <a16:rowId xmlns:a16="http://schemas.microsoft.com/office/drawing/2014/main" val="10008"/>
                  </a:ext>
                </a:extLst>
              </a:tr>
              <a:tr h="784791">
                <a:tc>
                  <a:txBody>
                    <a:bodyPr/>
                    <a:lstStyle/>
                    <a:p>
                      <a:pPr algn="ctr">
                        <a:lnSpc>
                          <a:spcPts val="2649"/>
                        </a:lnSpc>
                        <a:defRPr/>
                      </a:pPr>
                      <a:endParaRPr lang="en-US" sz="1100"/>
                    </a:p>
                  </a:txBody>
                  <a:tcPr marL="200295" marR="200295" marT="200295" marB="200295" anchor="ctr">
                    <a:lnL w="40059" cap="flat" cmpd="sng" algn="ctr">
                      <a:solidFill>
                        <a:srgbClr val="000000"/>
                      </a:solidFill>
                      <a:prstDash val="solid"/>
                      <a:round/>
                      <a:headEnd type="none" w="med" len="med"/>
                      <a:tailEnd type="none" w="med" len="med"/>
                    </a:lnL>
                    <a:lnR w="40059" cap="flat" cmpd="sng" algn="ctr">
                      <a:solidFill>
                        <a:srgbClr val="000000"/>
                      </a:solidFill>
                      <a:prstDash val="solid"/>
                      <a:round/>
                      <a:headEnd type="none" w="med" len="med"/>
                      <a:tailEnd type="none" w="med" len="med"/>
                    </a:lnR>
                    <a:lnT w="40059" cap="flat" cmpd="sng" algn="ctr">
                      <a:solidFill>
                        <a:srgbClr val="000000"/>
                      </a:solidFill>
                      <a:prstDash val="solid"/>
                      <a:round/>
                      <a:headEnd type="none" w="med" len="med"/>
                      <a:tailEnd type="none" w="med" len="med"/>
                    </a:lnT>
                    <a:lnB w="40059" cap="flat" cmpd="sng" algn="ctr">
                      <a:solidFill>
                        <a:srgbClr val="000000"/>
                      </a:solidFill>
                      <a:prstDash val="solid"/>
                      <a:round/>
                      <a:headEnd type="none" w="med" len="med"/>
                      <a:tailEnd type="none" w="med" len="med"/>
                    </a:lnB>
                    <a:solidFill>
                      <a:srgbClr val="0F4F36"/>
                    </a:solidFill>
                  </a:tcPr>
                </a:tc>
                <a:tc>
                  <a:txBody>
                    <a:bodyPr/>
                    <a:lstStyle/>
                    <a:p>
                      <a:pPr algn="ctr">
                        <a:lnSpc>
                          <a:spcPts val="2649"/>
                        </a:lnSpc>
                        <a:defRPr/>
                      </a:pPr>
                      <a:endParaRPr lang="en-US" sz="1100"/>
                    </a:p>
                  </a:txBody>
                  <a:tcPr marL="200295" marR="200295" marT="200295" marB="200295" anchor="ctr">
                    <a:lnL w="40059" cap="flat" cmpd="sng" algn="ctr">
                      <a:solidFill>
                        <a:srgbClr val="000000"/>
                      </a:solidFill>
                      <a:prstDash val="solid"/>
                      <a:round/>
                      <a:headEnd type="none" w="med" len="med"/>
                      <a:tailEnd type="none" w="med" len="med"/>
                    </a:lnL>
                    <a:lnR w="40059" cap="flat" cmpd="sng" algn="ctr">
                      <a:solidFill>
                        <a:srgbClr val="000000"/>
                      </a:solidFill>
                      <a:prstDash val="solid"/>
                      <a:round/>
                      <a:headEnd type="none" w="med" len="med"/>
                      <a:tailEnd type="none" w="med" len="med"/>
                    </a:lnR>
                    <a:lnT w="40059" cap="flat" cmpd="sng" algn="ctr">
                      <a:solidFill>
                        <a:srgbClr val="000000"/>
                      </a:solidFill>
                      <a:prstDash val="solid"/>
                      <a:round/>
                      <a:headEnd type="none" w="med" len="med"/>
                      <a:tailEnd type="none" w="med" len="med"/>
                    </a:lnT>
                    <a:lnB w="40059" cap="flat" cmpd="sng" algn="ctr">
                      <a:solidFill>
                        <a:srgbClr val="000000"/>
                      </a:solidFill>
                      <a:prstDash val="solid"/>
                      <a:round/>
                      <a:headEnd type="none" w="med" len="med"/>
                      <a:tailEnd type="none" w="med" len="med"/>
                    </a:lnB>
                    <a:solidFill>
                      <a:srgbClr val="0F4F36"/>
                    </a:solidFill>
                  </a:tcPr>
                </a:tc>
                <a:extLst>
                  <a:ext uri="{0D108BD9-81ED-4DB2-BD59-A6C34878D82A}">
                    <a16:rowId xmlns:a16="http://schemas.microsoft.com/office/drawing/2014/main" val="10009"/>
                  </a:ext>
                </a:extLst>
              </a:tr>
              <a:tr h="784791">
                <a:tc>
                  <a:txBody>
                    <a:bodyPr/>
                    <a:lstStyle/>
                    <a:p>
                      <a:pPr algn="ctr">
                        <a:lnSpc>
                          <a:spcPts val="2649"/>
                        </a:lnSpc>
                        <a:defRPr/>
                      </a:pPr>
                      <a:endParaRPr lang="en-US" sz="1100"/>
                    </a:p>
                  </a:txBody>
                  <a:tcPr marL="200295" marR="200295" marT="200295" marB="200295" anchor="ctr">
                    <a:lnL w="40059" cap="flat" cmpd="sng" algn="ctr">
                      <a:solidFill>
                        <a:srgbClr val="000000"/>
                      </a:solidFill>
                      <a:prstDash val="solid"/>
                      <a:round/>
                      <a:headEnd type="none" w="med" len="med"/>
                      <a:tailEnd type="none" w="med" len="med"/>
                    </a:lnL>
                    <a:lnR w="40059" cap="flat" cmpd="sng" algn="ctr">
                      <a:solidFill>
                        <a:srgbClr val="000000"/>
                      </a:solidFill>
                      <a:prstDash val="solid"/>
                      <a:round/>
                      <a:headEnd type="none" w="med" len="med"/>
                      <a:tailEnd type="none" w="med" len="med"/>
                    </a:lnR>
                    <a:lnT w="40059" cap="flat" cmpd="sng" algn="ctr">
                      <a:solidFill>
                        <a:srgbClr val="000000"/>
                      </a:solidFill>
                      <a:prstDash val="solid"/>
                      <a:round/>
                      <a:headEnd type="none" w="med" len="med"/>
                      <a:tailEnd type="none" w="med" len="med"/>
                    </a:lnT>
                    <a:lnB w="40059" cap="flat" cmpd="sng" algn="ctr">
                      <a:solidFill>
                        <a:srgbClr val="000000"/>
                      </a:solidFill>
                      <a:prstDash val="solid"/>
                      <a:round/>
                      <a:headEnd type="none" w="med" len="med"/>
                      <a:tailEnd type="none" w="med" len="med"/>
                    </a:lnB>
                    <a:solidFill>
                      <a:srgbClr val="0F4F36"/>
                    </a:solidFill>
                  </a:tcPr>
                </a:tc>
                <a:tc>
                  <a:txBody>
                    <a:bodyPr/>
                    <a:lstStyle/>
                    <a:p>
                      <a:pPr algn="ctr">
                        <a:lnSpc>
                          <a:spcPts val="2649"/>
                        </a:lnSpc>
                        <a:defRPr/>
                      </a:pPr>
                      <a:endParaRPr lang="en-US" sz="1100"/>
                    </a:p>
                  </a:txBody>
                  <a:tcPr marL="200295" marR="200295" marT="200295" marB="200295" anchor="ctr">
                    <a:lnL w="40059" cap="flat" cmpd="sng" algn="ctr">
                      <a:solidFill>
                        <a:srgbClr val="000000"/>
                      </a:solidFill>
                      <a:prstDash val="solid"/>
                      <a:round/>
                      <a:headEnd type="none" w="med" len="med"/>
                      <a:tailEnd type="none" w="med" len="med"/>
                    </a:lnL>
                    <a:lnR w="40059" cap="flat" cmpd="sng" algn="ctr">
                      <a:solidFill>
                        <a:srgbClr val="000000"/>
                      </a:solidFill>
                      <a:prstDash val="solid"/>
                      <a:round/>
                      <a:headEnd type="none" w="med" len="med"/>
                      <a:tailEnd type="none" w="med" len="med"/>
                    </a:lnR>
                    <a:lnT w="40059" cap="flat" cmpd="sng" algn="ctr">
                      <a:solidFill>
                        <a:srgbClr val="000000"/>
                      </a:solidFill>
                      <a:prstDash val="solid"/>
                      <a:round/>
                      <a:headEnd type="none" w="med" len="med"/>
                      <a:tailEnd type="none" w="med" len="med"/>
                    </a:lnT>
                    <a:lnB w="40059" cap="flat" cmpd="sng" algn="ctr">
                      <a:solidFill>
                        <a:srgbClr val="000000"/>
                      </a:solidFill>
                      <a:prstDash val="solid"/>
                      <a:round/>
                      <a:headEnd type="none" w="med" len="med"/>
                      <a:tailEnd type="none" w="med" len="med"/>
                    </a:lnB>
                    <a:solidFill>
                      <a:srgbClr val="0F4F36"/>
                    </a:solidFill>
                  </a:tcPr>
                </a:tc>
                <a:extLst>
                  <a:ext uri="{0D108BD9-81ED-4DB2-BD59-A6C34878D82A}">
                    <a16:rowId xmlns:a16="http://schemas.microsoft.com/office/drawing/2014/main" val="10010"/>
                  </a:ext>
                </a:extLst>
              </a:tr>
            </a:tbl>
          </a:graphicData>
        </a:graphic>
      </p:graphicFrame>
      <p:sp>
        <p:nvSpPr>
          <p:cNvPr id="7" name="TextBox 7"/>
          <p:cNvSpPr txBox="1"/>
          <p:nvPr/>
        </p:nvSpPr>
        <p:spPr>
          <a:xfrm>
            <a:off x="888913" y="3903980"/>
            <a:ext cx="6395228" cy="2066925"/>
          </a:xfrm>
          <a:prstGeom prst="rect">
            <a:avLst/>
          </a:prstGeom>
        </p:spPr>
        <p:txBody>
          <a:bodyPr lIns="0" tIns="0" rIns="0" bIns="0" rtlCol="0" anchor="t">
            <a:spAutoFit/>
          </a:bodyPr>
          <a:lstStyle/>
          <a:p>
            <a:pPr marL="0" lvl="0" indent="0" algn="ctr">
              <a:lnSpc>
                <a:spcPts val="16800"/>
              </a:lnSpc>
              <a:spcBef>
                <a:spcPct val="0"/>
              </a:spcBef>
            </a:pPr>
            <a:r>
              <a:rPr lang="en-US" sz="12000" u="none" strike="noStrike">
                <a:solidFill>
                  <a:srgbClr val="0F4F36"/>
                </a:solidFill>
                <a:latin typeface="Anton"/>
                <a:ea typeface="Anton"/>
                <a:cs typeface="Anton"/>
                <a:sym typeface="Anton"/>
              </a:rPr>
              <a:t>Agenda</a:t>
            </a:r>
          </a:p>
        </p:txBody>
      </p:sp>
      <p:sp>
        <p:nvSpPr>
          <p:cNvPr id="8" name="TextBox 8"/>
          <p:cNvSpPr txBox="1"/>
          <p:nvPr/>
        </p:nvSpPr>
        <p:spPr>
          <a:xfrm>
            <a:off x="7414333" y="740410"/>
            <a:ext cx="2081010" cy="8555990"/>
          </a:xfrm>
          <a:prstGeom prst="rect">
            <a:avLst/>
          </a:prstGeom>
        </p:spPr>
        <p:txBody>
          <a:bodyPr lIns="0" tIns="0" rIns="0" bIns="0" rtlCol="0" anchor="t">
            <a:spAutoFit/>
          </a:bodyPr>
          <a:lstStyle/>
          <a:p>
            <a:pPr algn="ctr">
              <a:lnSpc>
                <a:spcPts val="6160"/>
              </a:lnSpc>
            </a:pPr>
            <a:r>
              <a:rPr lang="en-US" sz="4400">
                <a:solidFill>
                  <a:srgbClr val="E5F2A8"/>
                </a:solidFill>
                <a:latin typeface="Playfair Display"/>
                <a:ea typeface="Playfair Display"/>
                <a:cs typeface="Playfair Display"/>
                <a:sym typeface="Playfair Display"/>
              </a:rPr>
              <a:t>1</a:t>
            </a:r>
          </a:p>
          <a:p>
            <a:pPr algn="ctr">
              <a:lnSpc>
                <a:spcPts val="6160"/>
              </a:lnSpc>
            </a:pPr>
            <a:r>
              <a:rPr lang="en-US" sz="4400">
                <a:solidFill>
                  <a:srgbClr val="E5F2A8"/>
                </a:solidFill>
                <a:latin typeface="Playfair Display"/>
                <a:ea typeface="Playfair Display"/>
                <a:cs typeface="Playfair Display"/>
                <a:sym typeface="Playfair Display"/>
              </a:rPr>
              <a:t>2</a:t>
            </a:r>
          </a:p>
          <a:p>
            <a:pPr algn="ctr">
              <a:lnSpc>
                <a:spcPts val="6160"/>
              </a:lnSpc>
            </a:pPr>
            <a:r>
              <a:rPr lang="en-US" sz="4400">
                <a:solidFill>
                  <a:srgbClr val="E5F2A8"/>
                </a:solidFill>
                <a:latin typeface="Playfair Display"/>
                <a:ea typeface="Playfair Display"/>
                <a:cs typeface="Playfair Display"/>
                <a:sym typeface="Playfair Display"/>
              </a:rPr>
              <a:t>3</a:t>
            </a:r>
          </a:p>
          <a:p>
            <a:pPr algn="ctr">
              <a:lnSpc>
                <a:spcPts val="6160"/>
              </a:lnSpc>
            </a:pPr>
            <a:r>
              <a:rPr lang="en-US" sz="4400">
                <a:solidFill>
                  <a:srgbClr val="E5F2A8"/>
                </a:solidFill>
                <a:latin typeface="Playfair Display"/>
                <a:ea typeface="Playfair Display"/>
                <a:cs typeface="Playfair Display"/>
                <a:sym typeface="Playfair Display"/>
              </a:rPr>
              <a:t>4</a:t>
            </a:r>
          </a:p>
          <a:p>
            <a:pPr algn="ctr">
              <a:lnSpc>
                <a:spcPts val="6160"/>
              </a:lnSpc>
            </a:pPr>
            <a:r>
              <a:rPr lang="en-US" sz="4400">
                <a:solidFill>
                  <a:srgbClr val="E5F2A8"/>
                </a:solidFill>
                <a:latin typeface="Playfair Display"/>
                <a:ea typeface="Playfair Display"/>
                <a:cs typeface="Playfair Display"/>
                <a:sym typeface="Playfair Display"/>
              </a:rPr>
              <a:t>5</a:t>
            </a:r>
          </a:p>
          <a:p>
            <a:pPr algn="ctr">
              <a:lnSpc>
                <a:spcPts val="6160"/>
              </a:lnSpc>
            </a:pPr>
            <a:r>
              <a:rPr lang="en-US" sz="4400">
                <a:solidFill>
                  <a:srgbClr val="E5F2A8"/>
                </a:solidFill>
                <a:latin typeface="Playfair Display"/>
                <a:ea typeface="Playfair Display"/>
                <a:cs typeface="Playfair Display"/>
                <a:sym typeface="Playfair Display"/>
              </a:rPr>
              <a:t>6</a:t>
            </a:r>
          </a:p>
          <a:p>
            <a:pPr algn="ctr">
              <a:lnSpc>
                <a:spcPts val="6160"/>
              </a:lnSpc>
            </a:pPr>
            <a:r>
              <a:rPr lang="en-US" sz="4400">
                <a:solidFill>
                  <a:srgbClr val="E5F2A8"/>
                </a:solidFill>
                <a:latin typeface="Playfair Display"/>
                <a:ea typeface="Playfair Display"/>
                <a:cs typeface="Playfair Display"/>
                <a:sym typeface="Playfair Display"/>
              </a:rPr>
              <a:t>7</a:t>
            </a:r>
          </a:p>
          <a:p>
            <a:pPr algn="ctr">
              <a:lnSpc>
                <a:spcPts val="6160"/>
              </a:lnSpc>
            </a:pPr>
            <a:r>
              <a:rPr lang="en-US" sz="4400">
                <a:solidFill>
                  <a:srgbClr val="E5F2A8"/>
                </a:solidFill>
                <a:latin typeface="Playfair Display"/>
                <a:ea typeface="Playfair Display"/>
                <a:cs typeface="Playfair Display"/>
                <a:sym typeface="Playfair Display"/>
              </a:rPr>
              <a:t>8</a:t>
            </a:r>
          </a:p>
          <a:p>
            <a:pPr algn="ctr">
              <a:lnSpc>
                <a:spcPts val="6160"/>
              </a:lnSpc>
            </a:pPr>
            <a:r>
              <a:rPr lang="en-US" sz="4400">
                <a:solidFill>
                  <a:srgbClr val="E5F2A8"/>
                </a:solidFill>
                <a:latin typeface="Playfair Display"/>
                <a:ea typeface="Playfair Display"/>
                <a:cs typeface="Playfair Display"/>
                <a:sym typeface="Playfair Display"/>
              </a:rPr>
              <a:t>9</a:t>
            </a:r>
          </a:p>
          <a:p>
            <a:pPr algn="ctr">
              <a:lnSpc>
                <a:spcPts val="6160"/>
              </a:lnSpc>
            </a:pPr>
            <a:r>
              <a:rPr lang="en-US" sz="4400">
                <a:solidFill>
                  <a:srgbClr val="E5F2A8"/>
                </a:solidFill>
                <a:latin typeface="Playfair Display"/>
                <a:ea typeface="Playfair Display"/>
                <a:cs typeface="Playfair Display"/>
                <a:sym typeface="Playfair Display"/>
              </a:rPr>
              <a:t>10</a:t>
            </a:r>
          </a:p>
          <a:p>
            <a:pPr algn="ctr">
              <a:lnSpc>
                <a:spcPts val="6160"/>
              </a:lnSpc>
            </a:pPr>
            <a:r>
              <a:rPr lang="en-US" sz="4400">
                <a:solidFill>
                  <a:srgbClr val="E5F2A8"/>
                </a:solidFill>
                <a:latin typeface="Playfair Display"/>
                <a:ea typeface="Playfair Display"/>
                <a:cs typeface="Playfair Display"/>
                <a:sym typeface="Playfair Display"/>
              </a:rPr>
              <a:t>11</a:t>
            </a:r>
          </a:p>
        </p:txBody>
      </p:sp>
      <p:sp>
        <p:nvSpPr>
          <p:cNvPr id="9" name="TextBox 9"/>
          <p:cNvSpPr txBox="1"/>
          <p:nvPr/>
        </p:nvSpPr>
        <p:spPr>
          <a:xfrm>
            <a:off x="10335080" y="800042"/>
            <a:ext cx="6813573" cy="8674811"/>
          </a:xfrm>
          <a:prstGeom prst="rect">
            <a:avLst/>
          </a:prstGeom>
        </p:spPr>
        <p:txBody>
          <a:bodyPr lIns="0" tIns="0" rIns="0" bIns="0" rtlCol="0" anchor="t">
            <a:spAutoFit/>
          </a:bodyPr>
          <a:lstStyle/>
          <a:p>
            <a:pPr marL="0" lvl="0" indent="0" algn="ctr">
              <a:lnSpc>
                <a:spcPts val="6166"/>
              </a:lnSpc>
              <a:spcBef>
                <a:spcPct val="0"/>
              </a:spcBef>
            </a:pPr>
            <a:r>
              <a:rPr lang="en-US" sz="4404" u="none" strike="noStrike" dirty="0">
                <a:solidFill>
                  <a:srgbClr val="E5F2A8"/>
                </a:solidFill>
                <a:latin typeface="Playfair Display"/>
                <a:ea typeface="Playfair Display"/>
                <a:cs typeface="Playfair Display"/>
                <a:sym typeface="Playfair Display"/>
              </a:rPr>
              <a:t>BMC</a:t>
            </a:r>
          </a:p>
          <a:p>
            <a:pPr marL="0" lvl="0" indent="0" algn="ctr">
              <a:lnSpc>
                <a:spcPts val="6166"/>
              </a:lnSpc>
              <a:spcBef>
                <a:spcPct val="0"/>
              </a:spcBef>
            </a:pPr>
            <a:r>
              <a:rPr lang="en-US" sz="4404" u="none" strike="noStrike" dirty="0">
                <a:solidFill>
                  <a:srgbClr val="E5F2A8"/>
                </a:solidFill>
                <a:latin typeface="Playfair Display"/>
                <a:ea typeface="Playfair Display"/>
                <a:cs typeface="Playfair Display"/>
                <a:sym typeface="Playfair Display"/>
              </a:rPr>
              <a:t>SWOT</a:t>
            </a:r>
          </a:p>
          <a:p>
            <a:pPr marL="0" lvl="0" indent="0" algn="ctr">
              <a:lnSpc>
                <a:spcPts val="6166"/>
              </a:lnSpc>
              <a:spcBef>
                <a:spcPct val="0"/>
              </a:spcBef>
            </a:pPr>
            <a:r>
              <a:rPr lang="en-US" sz="4404" u="none" strike="noStrike" dirty="0">
                <a:solidFill>
                  <a:srgbClr val="E5F2A8"/>
                </a:solidFill>
                <a:latin typeface="Playfair Display"/>
                <a:ea typeface="Playfair Display"/>
                <a:cs typeface="Playfair Display"/>
                <a:sym typeface="Playfair Display"/>
              </a:rPr>
              <a:t>SMART obj</a:t>
            </a:r>
          </a:p>
          <a:p>
            <a:pPr marL="0" lvl="0" indent="0" algn="ctr">
              <a:lnSpc>
                <a:spcPts val="6166"/>
              </a:lnSpc>
              <a:spcBef>
                <a:spcPct val="0"/>
              </a:spcBef>
            </a:pPr>
            <a:r>
              <a:rPr lang="en-US" sz="4404" u="none" strike="noStrike" dirty="0">
                <a:solidFill>
                  <a:srgbClr val="E5F2A8"/>
                </a:solidFill>
                <a:latin typeface="Playfair Display"/>
                <a:ea typeface="Playfair Display"/>
                <a:cs typeface="Playfair Display"/>
                <a:sym typeface="Playfair Display"/>
              </a:rPr>
              <a:t>Buyer persona</a:t>
            </a:r>
          </a:p>
          <a:p>
            <a:pPr marL="0" lvl="0" indent="0" algn="ctr">
              <a:lnSpc>
                <a:spcPts val="6166"/>
              </a:lnSpc>
              <a:spcBef>
                <a:spcPct val="0"/>
              </a:spcBef>
            </a:pPr>
            <a:r>
              <a:rPr lang="en-US" sz="4404" u="none" strike="noStrike" dirty="0">
                <a:solidFill>
                  <a:srgbClr val="E5F2A8"/>
                </a:solidFill>
                <a:latin typeface="Playfair Display"/>
                <a:ea typeface="Playfair Display"/>
                <a:cs typeface="Playfair Display"/>
                <a:sym typeface="Playfair Display"/>
              </a:rPr>
              <a:t>USP</a:t>
            </a:r>
          </a:p>
          <a:p>
            <a:pPr marL="0" lvl="0" indent="0" algn="ctr">
              <a:lnSpc>
                <a:spcPts val="6166"/>
              </a:lnSpc>
              <a:spcBef>
                <a:spcPct val="0"/>
              </a:spcBef>
            </a:pPr>
            <a:r>
              <a:rPr lang="en-US" sz="4404" u="none" strike="noStrike" dirty="0">
                <a:solidFill>
                  <a:srgbClr val="E5F2A8"/>
                </a:solidFill>
                <a:latin typeface="Playfair Display"/>
                <a:ea typeface="Playfair Display"/>
                <a:cs typeface="Playfair Display"/>
                <a:sym typeface="Playfair Display"/>
              </a:rPr>
              <a:t>7 Ps</a:t>
            </a:r>
          </a:p>
          <a:p>
            <a:pPr marL="0" lvl="0" indent="0" algn="ctr">
              <a:lnSpc>
                <a:spcPts val="6166"/>
              </a:lnSpc>
              <a:spcBef>
                <a:spcPct val="0"/>
              </a:spcBef>
            </a:pPr>
            <a:r>
              <a:rPr lang="en-US" sz="4404" u="none" strike="noStrike" dirty="0">
                <a:solidFill>
                  <a:srgbClr val="E5F2A8"/>
                </a:solidFill>
                <a:latin typeface="Playfair Display"/>
                <a:ea typeface="Playfair Display"/>
                <a:cs typeface="Playfair Display"/>
                <a:sym typeface="Playfair Display"/>
              </a:rPr>
              <a:t>Calendar</a:t>
            </a:r>
          </a:p>
          <a:p>
            <a:pPr marL="0" lvl="0" indent="0" algn="ctr">
              <a:lnSpc>
                <a:spcPts val="6166"/>
              </a:lnSpc>
              <a:spcBef>
                <a:spcPct val="0"/>
              </a:spcBef>
            </a:pPr>
            <a:r>
              <a:rPr lang="en-US" sz="4404" u="none" strike="noStrike" dirty="0">
                <a:solidFill>
                  <a:srgbClr val="E5F2A8"/>
                </a:solidFill>
                <a:latin typeface="Playfair Display"/>
                <a:ea typeface="Playfair Display"/>
                <a:cs typeface="Playfair Display"/>
                <a:sym typeface="Playfair Display"/>
              </a:rPr>
              <a:t>Social accounts and POC </a:t>
            </a:r>
          </a:p>
          <a:p>
            <a:pPr marL="0" lvl="0" indent="0" algn="ctr">
              <a:lnSpc>
                <a:spcPts val="6166"/>
              </a:lnSpc>
              <a:spcBef>
                <a:spcPct val="0"/>
              </a:spcBef>
            </a:pPr>
            <a:r>
              <a:rPr lang="en-US" sz="4404" u="none" strike="noStrike" dirty="0">
                <a:solidFill>
                  <a:srgbClr val="E5F2A8"/>
                </a:solidFill>
                <a:latin typeface="Playfair Display"/>
                <a:ea typeface="Playfair Display"/>
                <a:cs typeface="Playfair Display"/>
                <a:sym typeface="Playfair Display"/>
              </a:rPr>
              <a:t>AD (media buying)</a:t>
            </a:r>
          </a:p>
          <a:p>
            <a:pPr marL="0" lvl="0" indent="0" algn="ctr">
              <a:lnSpc>
                <a:spcPts val="6166"/>
              </a:lnSpc>
              <a:spcBef>
                <a:spcPct val="0"/>
              </a:spcBef>
            </a:pPr>
            <a:r>
              <a:rPr lang="en-US" sz="4404" u="none" strike="noStrike" dirty="0">
                <a:solidFill>
                  <a:srgbClr val="E5F2A8"/>
                </a:solidFill>
                <a:latin typeface="Playfair Display"/>
                <a:ea typeface="Playfair Display"/>
                <a:cs typeface="Playfair Display"/>
                <a:sym typeface="Playfair Display"/>
              </a:rPr>
              <a:t>Control</a:t>
            </a:r>
          </a:p>
          <a:p>
            <a:pPr marL="0" lvl="0" indent="0" algn="ctr">
              <a:lnSpc>
                <a:spcPts val="6166"/>
              </a:lnSpc>
              <a:spcBef>
                <a:spcPct val="0"/>
              </a:spcBef>
            </a:pPr>
            <a:r>
              <a:rPr lang="en-US" sz="4404" u="none" strike="noStrike" dirty="0">
                <a:solidFill>
                  <a:srgbClr val="E5F2A8"/>
                </a:solidFill>
                <a:latin typeface="Playfair Display"/>
                <a:ea typeface="Playfair Display"/>
                <a:cs typeface="Playfair Display"/>
                <a:sym typeface="Playfair Display"/>
              </a:rPr>
              <a:t>Recommendations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4"/>
          <p:cNvSpPr/>
          <p:nvPr/>
        </p:nvSpPr>
        <p:spPr>
          <a:xfrm rot="1186442">
            <a:off x="10893494" y="-1504976"/>
            <a:ext cx="9285265" cy="3075157"/>
          </a:xfrm>
          <a:custGeom>
            <a:avLst/>
            <a:gdLst/>
            <a:ahLst/>
            <a:cxnLst/>
            <a:rect l="l" t="t" r="r" b="b"/>
            <a:pathLst>
              <a:path w="9285265" h="3075157">
                <a:moveTo>
                  <a:pt x="0" y="0"/>
                </a:moveTo>
                <a:lnTo>
                  <a:pt x="9285265" y="0"/>
                </a:lnTo>
                <a:lnTo>
                  <a:pt x="9285265" y="3075157"/>
                </a:lnTo>
                <a:lnTo>
                  <a:pt x="0" y="307515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5946386" y="268977"/>
            <a:ext cx="6395228" cy="2066925"/>
          </a:xfrm>
          <a:prstGeom prst="rect">
            <a:avLst/>
          </a:prstGeom>
        </p:spPr>
        <p:txBody>
          <a:bodyPr lIns="0" tIns="0" rIns="0" bIns="0" rtlCol="0" anchor="t">
            <a:spAutoFit/>
          </a:bodyPr>
          <a:lstStyle/>
          <a:p>
            <a:pPr marL="0" lvl="0" indent="0" algn="ctr">
              <a:lnSpc>
                <a:spcPts val="16800"/>
              </a:lnSpc>
              <a:spcBef>
                <a:spcPct val="0"/>
              </a:spcBef>
            </a:pPr>
            <a:r>
              <a:rPr lang="en-US" sz="12000" dirty="0">
                <a:solidFill>
                  <a:srgbClr val="0F4F36"/>
                </a:solidFill>
                <a:latin typeface="Anton"/>
                <a:ea typeface="Anton"/>
                <a:cs typeface="Anton"/>
                <a:sym typeface="Anton"/>
              </a:rPr>
              <a:t>BMC</a:t>
            </a:r>
          </a:p>
        </p:txBody>
      </p:sp>
      <p:pic>
        <p:nvPicPr>
          <p:cNvPr id="8" name="Picture 7">
            <a:extLst>
              <a:ext uri="{FF2B5EF4-FFF2-40B4-BE49-F238E27FC236}">
                <a16:creationId xmlns:a16="http://schemas.microsoft.com/office/drawing/2014/main" id="{F31898F1-6F1A-03B6-7D98-5306D35CABB3}"/>
              </a:ext>
            </a:extLst>
          </p:cNvPr>
          <p:cNvPicPr>
            <a:picLocks noChangeAspect="1"/>
          </p:cNvPicPr>
          <p:nvPr/>
        </p:nvPicPr>
        <p:blipFill>
          <a:blip r:embed="rId4" cstate="print">
            <a:extLst>
              <a:ext uri="{28A0092B-C50C-407E-A947-70E740481C1C}">
                <a14:useLocalDpi xmlns:a14="http://schemas.microsoft.com/office/drawing/2010/main" val="0"/>
              </a:ext>
            </a:extLst>
          </a:blip>
          <a:srcRect l="2083" t="11482" r="2083" b="3334"/>
          <a:stretch>
            <a:fillRect/>
          </a:stretch>
        </p:blipFill>
        <p:spPr>
          <a:xfrm>
            <a:off x="876300" y="2019300"/>
            <a:ext cx="16535400" cy="8267700"/>
          </a:xfrm>
          <a:prstGeom prst="rect">
            <a:avLst/>
          </a:prstGeom>
        </p:spPr>
      </p:pic>
      <p:sp>
        <p:nvSpPr>
          <p:cNvPr id="2" name="Freeform 2"/>
          <p:cNvSpPr/>
          <p:nvPr/>
        </p:nvSpPr>
        <p:spPr>
          <a:xfrm rot="-1528532" flipH="1">
            <a:off x="-2395022" y="-1162485"/>
            <a:ext cx="9285265" cy="3075157"/>
          </a:xfrm>
          <a:custGeom>
            <a:avLst/>
            <a:gdLst/>
            <a:ahLst/>
            <a:cxnLst/>
            <a:rect l="l" t="t" r="r" b="b"/>
            <a:pathLst>
              <a:path w="9285265" h="3075157">
                <a:moveTo>
                  <a:pt x="9285265" y="0"/>
                </a:moveTo>
                <a:lnTo>
                  <a:pt x="0" y="0"/>
                </a:lnTo>
                <a:lnTo>
                  <a:pt x="0" y="3075157"/>
                </a:lnTo>
                <a:lnTo>
                  <a:pt x="9285265" y="3075157"/>
                </a:lnTo>
                <a:lnTo>
                  <a:pt x="9285265"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275823" y="-193525"/>
            <a:ext cx="2675327" cy="2675327"/>
          </a:xfrm>
          <a:custGeom>
            <a:avLst/>
            <a:gdLst/>
            <a:ahLst/>
            <a:cxnLst/>
            <a:rect l="l" t="t" r="r" b="b"/>
            <a:pathLst>
              <a:path w="3002535" h="3002535">
                <a:moveTo>
                  <a:pt x="0" y="0"/>
                </a:moveTo>
                <a:lnTo>
                  <a:pt x="3002535" y="0"/>
                </a:lnTo>
                <a:lnTo>
                  <a:pt x="3002535" y="3002535"/>
                </a:lnTo>
                <a:lnTo>
                  <a:pt x="0" y="3002535"/>
                </a:lnTo>
                <a:lnTo>
                  <a:pt x="0" y="0"/>
                </a:lnTo>
                <a:close/>
              </a:path>
            </a:pathLst>
          </a:custGeom>
          <a:blipFill>
            <a:blip r:embed="rId5"/>
            <a:stretch>
              <a:fillRect/>
            </a:stretch>
          </a:blip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295197" y="495300"/>
            <a:ext cx="9734269" cy="2066925"/>
          </a:xfrm>
          <a:prstGeom prst="rect">
            <a:avLst/>
          </a:prstGeom>
        </p:spPr>
        <p:txBody>
          <a:bodyPr lIns="0" tIns="0" rIns="0" bIns="0" rtlCol="0" anchor="t">
            <a:spAutoFit/>
          </a:bodyPr>
          <a:lstStyle/>
          <a:p>
            <a:pPr marL="0" lvl="0" indent="0" algn="ctr">
              <a:lnSpc>
                <a:spcPts val="16800"/>
              </a:lnSpc>
              <a:spcBef>
                <a:spcPct val="0"/>
              </a:spcBef>
            </a:pPr>
            <a:r>
              <a:rPr lang="en-US" sz="12000">
                <a:solidFill>
                  <a:srgbClr val="0F4F36"/>
                </a:solidFill>
                <a:latin typeface="Anton"/>
                <a:ea typeface="Anton"/>
                <a:cs typeface="Anton"/>
                <a:sym typeface="Anton"/>
              </a:rPr>
              <a:t>SWOT</a:t>
            </a:r>
          </a:p>
        </p:txBody>
      </p:sp>
      <p:grpSp>
        <p:nvGrpSpPr>
          <p:cNvPr id="3" name="Group 3"/>
          <p:cNvGrpSpPr/>
          <p:nvPr/>
        </p:nvGrpSpPr>
        <p:grpSpPr>
          <a:xfrm>
            <a:off x="1038225" y="2568321"/>
            <a:ext cx="8205033" cy="3133996"/>
            <a:chOff x="0" y="0"/>
            <a:chExt cx="2830265" cy="1081049"/>
          </a:xfrm>
        </p:grpSpPr>
        <p:sp>
          <p:nvSpPr>
            <p:cNvPr id="4" name="Freeform 4"/>
            <p:cNvSpPr/>
            <p:nvPr/>
          </p:nvSpPr>
          <p:spPr>
            <a:xfrm>
              <a:off x="0" y="0"/>
              <a:ext cx="2830265" cy="1081049"/>
            </a:xfrm>
            <a:custGeom>
              <a:avLst/>
              <a:gdLst/>
              <a:ahLst/>
              <a:cxnLst/>
              <a:rect l="l" t="t" r="r" b="b"/>
              <a:pathLst>
                <a:path w="2830265" h="1081049">
                  <a:moveTo>
                    <a:pt x="0" y="0"/>
                  </a:moveTo>
                  <a:lnTo>
                    <a:pt x="2830265" y="0"/>
                  </a:lnTo>
                  <a:lnTo>
                    <a:pt x="2830265" y="1081049"/>
                  </a:lnTo>
                  <a:lnTo>
                    <a:pt x="0" y="1081049"/>
                  </a:lnTo>
                  <a:close/>
                </a:path>
              </a:pathLst>
            </a:custGeom>
            <a:solidFill>
              <a:srgbClr val="E5EEB9"/>
            </a:solidFill>
          </p:spPr>
        </p:sp>
        <p:sp>
          <p:nvSpPr>
            <p:cNvPr id="5" name="TextBox 5"/>
            <p:cNvSpPr txBox="1"/>
            <p:nvPr/>
          </p:nvSpPr>
          <p:spPr>
            <a:xfrm>
              <a:off x="0" y="-38100"/>
              <a:ext cx="2830265" cy="1119149"/>
            </a:xfrm>
            <a:prstGeom prst="rect">
              <a:avLst/>
            </a:prstGeom>
          </p:spPr>
          <p:txBody>
            <a:bodyPr lIns="50800" tIns="50800" rIns="50800" bIns="50800" rtlCol="0" anchor="ctr"/>
            <a:lstStyle/>
            <a:p>
              <a:pPr algn="l">
                <a:lnSpc>
                  <a:spcPts val="3499"/>
                </a:lnSpc>
              </a:pPr>
              <a:r>
                <a:rPr lang="en-US" sz="2499" b="1">
                  <a:solidFill>
                    <a:srgbClr val="000000"/>
                  </a:solidFill>
                  <a:latin typeface="Playfair Display Bold"/>
                  <a:ea typeface="Playfair Display Bold"/>
                  <a:cs typeface="Playfair Display Bold"/>
                  <a:sym typeface="Playfair Display Bold"/>
                </a:rPr>
                <a:t>STRENGTHS :</a:t>
              </a:r>
            </a:p>
            <a:p>
              <a:pPr marL="496571" lvl="1" indent="-248285" algn="l">
                <a:lnSpc>
                  <a:spcPts val="3220"/>
                </a:lnSpc>
                <a:buFont typeface="Arial"/>
                <a:buChar char="•"/>
              </a:pPr>
              <a:r>
                <a:rPr lang="en-US" sz="2300" b="1">
                  <a:solidFill>
                    <a:srgbClr val="000000"/>
                  </a:solidFill>
                  <a:latin typeface="Playfair Display Bold"/>
                  <a:ea typeface="Playfair Display Bold"/>
                  <a:cs typeface="Playfair Display Bold"/>
                  <a:sym typeface="Playfair Display Bold"/>
                </a:rPr>
                <a:t>Clear identity as a youth initiative in Dakahlia</a:t>
              </a:r>
            </a:p>
            <a:p>
              <a:pPr marL="496571" lvl="1" indent="-248285" algn="l">
                <a:lnSpc>
                  <a:spcPts val="3220"/>
                </a:lnSpc>
                <a:buFont typeface="Arial"/>
                <a:buChar char="•"/>
              </a:pPr>
              <a:r>
                <a:rPr lang="en-US" sz="2300" b="1">
                  <a:solidFill>
                    <a:srgbClr val="000000"/>
                  </a:solidFill>
                  <a:latin typeface="Playfair Display Bold"/>
                  <a:ea typeface="Playfair Display Bold"/>
                  <a:cs typeface="Playfair Display Bold"/>
                  <a:sym typeface="Playfair Display Bold"/>
                </a:rPr>
                <a:t>Active in offline events and volunteering</a:t>
              </a:r>
            </a:p>
            <a:p>
              <a:pPr marL="496571" lvl="1" indent="-248285" algn="l">
                <a:lnSpc>
                  <a:spcPts val="3220"/>
                </a:lnSpc>
                <a:buFont typeface="Arial"/>
                <a:buChar char="•"/>
              </a:pPr>
              <a:r>
                <a:rPr lang="en-US" sz="2300" b="1">
                  <a:solidFill>
                    <a:srgbClr val="000000"/>
                  </a:solidFill>
                  <a:latin typeface="Playfair Display Bold"/>
                  <a:ea typeface="Playfair Display Bold"/>
                  <a:cs typeface="Playfair Display Bold"/>
                  <a:sym typeface="Playfair Display Bold"/>
                </a:rPr>
                <a:t>Growing presence on Facebook</a:t>
              </a:r>
            </a:p>
            <a:p>
              <a:pPr marL="496571" lvl="1" indent="-248285" algn="l">
                <a:lnSpc>
                  <a:spcPts val="3220"/>
                </a:lnSpc>
                <a:buFont typeface="Arial"/>
                <a:buChar char="•"/>
              </a:pPr>
              <a:r>
                <a:rPr lang="en-US" sz="2300" b="1">
                  <a:solidFill>
                    <a:srgbClr val="000000"/>
                  </a:solidFill>
                  <a:latin typeface="Playfair Display Bold"/>
                  <a:ea typeface="Playfair Display Bold"/>
                  <a:cs typeface="Playfair Display Bold"/>
                  <a:sym typeface="Playfair Display Bold"/>
                </a:rPr>
                <a:t>Engaged audience of students and young professionals</a:t>
              </a:r>
            </a:p>
            <a:p>
              <a:pPr marL="496571" lvl="1" indent="-248285" algn="l">
                <a:lnSpc>
                  <a:spcPts val="3220"/>
                </a:lnSpc>
                <a:buFont typeface="Arial"/>
                <a:buChar char="•"/>
              </a:pPr>
              <a:r>
                <a:rPr lang="en-US" sz="2300" b="1">
                  <a:solidFill>
                    <a:srgbClr val="000000"/>
                  </a:solidFill>
                  <a:latin typeface="Playfair Display Bold"/>
                  <a:ea typeface="Playfair Display Bold"/>
                  <a:cs typeface="Playfair Display Bold"/>
                  <a:sym typeface="Playfair Display Bold"/>
                </a:rPr>
                <a:t>Ability to combine skill development &amp; volunteering program</a:t>
              </a:r>
            </a:p>
          </p:txBody>
        </p:sp>
      </p:grpSp>
      <p:grpSp>
        <p:nvGrpSpPr>
          <p:cNvPr id="6" name="Group 6"/>
          <p:cNvGrpSpPr/>
          <p:nvPr/>
        </p:nvGrpSpPr>
        <p:grpSpPr>
          <a:xfrm>
            <a:off x="1038225" y="5910834"/>
            <a:ext cx="8205033" cy="4138041"/>
            <a:chOff x="0" y="0"/>
            <a:chExt cx="2830265" cy="1427386"/>
          </a:xfrm>
        </p:grpSpPr>
        <p:sp>
          <p:nvSpPr>
            <p:cNvPr id="7" name="Freeform 7"/>
            <p:cNvSpPr/>
            <p:nvPr/>
          </p:nvSpPr>
          <p:spPr>
            <a:xfrm>
              <a:off x="0" y="0"/>
              <a:ext cx="2830265" cy="1427386"/>
            </a:xfrm>
            <a:custGeom>
              <a:avLst/>
              <a:gdLst/>
              <a:ahLst/>
              <a:cxnLst/>
              <a:rect l="l" t="t" r="r" b="b"/>
              <a:pathLst>
                <a:path w="2830265" h="1427386">
                  <a:moveTo>
                    <a:pt x="0" y="0"/>
                  </a:moveTo>
                  <a:lnTo>
                    <a:pt x="2830265" y="0"/>
                  </a:lnTo>
                  <a:lnTo>
                    <a:pt x="2830265" y="1427386"/>
                  </a:lnTo>
                  <a:lnTo>
                    <a:pt x="0" y="1427386"/>
                  </a:lnTo>
                  <a:close/>
                </a:path>
              </a:pathLst>
            </a:custGeom>
            <a:solidFill>
              <a:srgbClr val="0F4F36"/>
            </a:solidFill>
          </p:spPr>
        </p:sp>
        <p:sp>
          <p:nvSpPr>
            <p:cNvPr id="8" name="TextBox 8"/>
            <p:cNvSpPr txBox="1"/>
            <p:nvPr/>
          </p:nvSpPr>
          <p:spPr>
            <a:xfrm>
              <a:off x="0" y="-57150"/>
              <a:ext cx="2830265" cy="1484536"/>
            </a:xfrm>
            <a:prstGeom prst="rect">
              <a:avLst/>
            </a:prstGeom>
          </p:spPr>
          <p:txBody>
            <a:bodyPr lIns="50800" tIns="50800" rIns="50800" bIns="50800" rtlCol="0" anchor="ctr"/>
            <a:lstStyle/>
            <a:p>
              <a:pPr algn="l">
                <a:lnSpc>
                  <a:spcPts val="3220"/>
                </a:lnSpc>
                <a:spcBef>
                  <a:spcPct val="0"/>
                </a:spcBef>
              </a:pPr>
              <a:r>
                <a:rPr lang="en-US" sz="2300" b="1" u="none" strike="noStrike">
                  <a:solidFill>
                    <a:srgbClr val="E5EEB9"/>
                  </a:solidFill>
                  <a:latin typeface="Playfair Display Bold"/>
                  <a:ea typeface="Playfair Display Bold"/>
                  <a:cs typeface="Playfair Display Bold"/>
                  <a:sym typeface="Playfair Display Bold"/>
                </a:rPr>
                <a:t>THREATS :</a:t>
              </a:r>
            </a:p>
            <a:p>
              <a:pPr marL="496571" lvl="1" indent="-248285" algn="l">
                <a:lnSpc>
                  <a:spcPts val="3220"/>
                </a:lnSpc>
                <a:spcBef>
                  <a:spcPct val="0"/>
                </a:spcBef>
                <a:buFont typeface="Arial"/>
                <a:buChar char="•"/>
              </a:pPr>
              <a:r>
                <a:rPr lang="en-US" sz="2300" b="1" u="none" strike="noStrike">
                  <a:solidFill>
                    <a:srgbClr val="E5EEB9"/>
                  </a:solidFill>
                  <a:latin typeface="Playfair Display Bold"/>
                  <a:ea typeface="Playfair Display Bold"/>
                  <a:cs typeface="Playfair Display Bold"/>
                  <a:sym typeface="Playfair Display Bold"/>
                </a:rPr>
                <a:t>Competition from other youth initiatives and student clubs</a:t>
              </a:r>
            </a:p>
            <a:p>
              <a:pPr marL="496571" lvl="1" indent="-248285" algn="l">
                <a:lnSpc>
                  <a:spcPts val="3220"/>
                </a:lnSpc>
                <a:spcBef>
                  <a:spcPct val="0"/>
                </a:spcBef>
                <a:buFont typeface="Arial"/>
                <a:buChar char="•"/>
              </a:pPr>
              <a:r>
                <a:rPr lang="en-US" sz="2300" b="1" u="none" strike="noStrike">
                  <a:solidFill>
                    <a:srgbClr val="E5EEB9"/>
                  </a:solidFill>
                  <a:latin typeface="Playfair Display Bold"/>
                  <a:ea typeface="Playfair Display Bold"/>
                  <a:cs typeface="Playfair Display Bold"/>
                  <a:sym typeface="Playfair Display Bold"/>
                </a:rPr>
                <a:t>Social media attention span is short; high competition for engagement</a:t>
              </a:r>
            </a:p>
            <a:p>
              <a:pPr marL="496571" lvl="1" indent="-248285" algn="l">
                <a:lnSpc>
                  <a:spcPts val="3220"/>
                </a:lnSpc>
                <a:spcBef>
                  <a:spcPct val="0"/>
                </a:spcBef>
                <a:buFont typeface="Arial"/>
                <a:buChar char="•"/>
              </a:pPr>
              <a:r>
                <a:rPr lang="en-US" sz="2300" b="1" u="none" strike="noStrike">
                  <a:solidFill>
                    <a:srgbClr val="E5EEB9"/>
                  </a:solidFill>
                  <a:latin typeface="Playfair Display Bold"/>
                  <a:ea typeface="Playfair Display Bold"/>
                  <a:cs typeface="Playfair Display Bold"/>
                  <a:sym typeface="Playfair Display Bold"/>
                </a:rPr>
                <a:t>Limited resources to scale activities quickly</a:t>
              </a:r>
            </a:p>
            <a:p>
              <a:pPr marL="496571" lvl="1" indent="-248285" algn="l">
                <a:lnSpc>
                  <a:spcPts val="3220"/>
                </a:lnSpc>
                <a:spcBef>
                  <a:spcPct val="0"/>
                </a:spcBef>
                <a:buFont typeface="Arial"/>
                <a:buChar char="•"/>
              </a:pPr>
              <a:r>
                <a:rPr lang="en-US" sz="2300" b="1" u="none" strike="noStrike">
                  <a:solidFill>
                    <a:srgbClr val="E5EEB9"/>
                  </a:solidFill>
                  <a:latin typeface="Playfair Display Bold"/>
                  <a:ea typeface="Playfair Display Bold"/>
                  <a:cs typeface="Playfair Display Bold"/>
                  <a:sym typeface="Playfair Display Bold"/>
                </a:rPr>
                <a:t>Policy or administrative changes affecting youth programs</a:t>
              </a:r>
            </a:p>
            <a:p>
              <a:pPr marL="496571" lvl="1" indent="-248285" algn="l">
                <a:lnSpc>
                  <a:spcPts val="3220"/>
                </a:lnSpc>
                <a:spcBef>
                  <a:spcPct val="0"/>
                </a:spcBef>
                <a:buFont typeface="Arial"/>
                <a:buChar char="•"/>
              </a:pPr>
              <a:r>
                <a:rPr lang="en-US" sz="2300" b="1" u="none" strike="noStrike">
                  <a:solidFill>
                    <a:srgbClr val="E5EEB9"/>
                  </a:solidFill>
                  <a:latin typeface="Playfair Display Bold"/>
                  <a:ea typeface="Playfair Display Bold"/>
                  <a:cs typeface="Playfair Display Bold"/>
                  <a:sym typeface="Playfair Display Bold"/>
                </a:rPr>
                <a:t>Potential decrease in volunteer participation if events not engaging</a:t>
              </a:r>
            </a:p>
          </p:txBody>
        </p:sp>
      </p:grpSp>
      <p:grpSp>
        <p:nvGrpSpPr>
          <p:cNvPr id="9" name="Group 9"/>
          <p:cNvGrpSpPr/>
          <p:nvPr/>
        </p:nvGrpSpPr>
        <p:grpSpPr>
          <a:xfrm>
            <a:off x="9557384" y="2568321"/>
            <a:ext cx="7792368" cy="3133996"/>
            <a:chOff x="0" y="0"/>
            <a:chExt cx="2687919" cy="1081049"/>
          </a:xfrm>
        </p:grpSpPr>
        <p:sp>
          <p:nvSpPr>
            <p:cNvPr id="10" name="Freeform 10"/>
            <p:cNvSpPr/>
            <p:nvPr/>
          </p:nvSpPr>
          <p:spPr>
            <a:xfrm>
              <a:off x="0" y="0"/>
              <a:ext cx="2687919" cy="1081049"/>
            </a:xfrm>
            <a:custGeom>
              <a:avLst/>
              <a:gdLst/>
              <a:ahLst/>
              <a:cxnLst/>
              <a:rect l="l" t="t" r="r" b="b"/>
              <a:pathLst>
                <a:path w="2687919" h="1081049">
                  <a:moveTo>
                    <a:pt x="0" y="0"/>
                  </a:moveTo>
                  <a:lnTo>
                    <a:pt x="2687919" y="0"/>
                  </a:lnTo>
                  <a:lnTo>
                    <a:pt x="2687919" y="1081049"/>
                  </a:lnTo>
                  <a:lnTo>
                    <a:pt x="0" y="1081049"/>
                  </a:lnTo>
                  <a:close/>
                </a:path>
              </a:pathLst>
            </a:custGeom>
            <a:solidFill>
              <a:srgbClr val="E5F2A8"/>
            </a:solidFill>
          </p:spPr>
        </p:sp>
        <p:sp>
          <p:nvSpPr>
            <p:cNvPr id="11" name="TextBox 11"/>
            <p:cNvSpPr txBox="1"/>
            <p:nvPr/>
          </p:nvSpPr>
          <p:spPr>
            <a:xfrm>
              <a:off x="0" y="-38100"/>
              <a:ext cx="2687919" cy="1119149"/>
            </a:xfrm>
            <a:prstGeom prst="rect">
              <a:avLst/>
            </a:prstGeom>
          </p:spPr>
          <p:txBody>
            <a:bodyPr lIns="50800" tIns="50800" rIns="50800" bIns="50800" rtlCol="0" anchor="ctr"/>
            <a:lstStyle/>
            <a:p>
              <a:pPr algn="l">
                <a:lnSpc>
                  <a:spcPts val="3499"/>
                </a:lnSpc>
                <a:spcBef>
                  <a:spcPct val="0"/>
                </a:spcBef>
              </a:pPr>
              <a:r>
                <a:rPr lang="en-US" sz="2499" b="1" u="none" strike="noStrike">
                  <a:solidFill>
                    <a:srgbClr val="000000"/>
                  </a:solidFill>
                  <a:latin typeface="Playfair Display Bold"/>
                  <a:ea typeface="Playfair Display Bold"/>
                  <a:cs typeface="Playfair Display Bold"/>
                  <a:sym typeface="Playfair Display Bold"/>
                </a:rPr>
                <a:t>WEAKNESSES:</a:t>
              </a:r>
            </a:p>
            <a:p>
              <a:pPr marL="496571" lvl="1" indent="-248285" algn="l">
                <a:lnSpc>
                  <a:spcPts val="3220"/>
                </a:lnSpc>
                <a:spcBef>
                  <a:spcPct val="0"/>
                </a:spcBef>
                <a:buFont typeface="Arial"/>
                <a:buChar char="•"/>
              </a:pPr>
              <a:r>
                <a:rPr lang="en-US" sz="2300" b="1" u="none" strike="noStrike">
                  <a:solidFill>
                    <a:srgbClr val="000000"/>
                  </a:solidFill>
                  <a:latin typeface="Playfair Display Bold"/>
                  <a:ea typeface="Playfair Display Bold"/>
                  <a:cs typeface="Playfair Display Bold"/>
                  <a:sym typeface="Playfair Display Bold"/>
                </a:rPr>
                <a:t>Limited reach outside core cities</a:t>
              </a:r>
            </a:p>
            <a:p>
              <a:pPr marL="496571" lvl="1" indent="-248285" algn="l">
                <a:lnSpc>
                  <a:spcPts val="3220"/>
                </a:lnSpc>
                <a:spcBef>
                  <a:spcPct val="0"/>
                </a:spcBef>
                <a:buFont typeface="Arial"/>
                <a:buChar char="•"/>
              </a:pPr>
              <a:r>
                <a:rPr lang="en-US" sz="2300" b="1" u="none" strike="noStrike">
                  <a:solidFill>
                    <a:srgbClr val="000000"/>
                  </a:solidFill>
                  <a:latin typeface="Playfair Display Bold"/>
                  <a:ea typeface="Playfair Display Bold"/>
                  <a:cs typeface="Playfair Display Bold"/>
                  <a:sym typeface="Playfair Display Bold"/>
                </a:rPr>
                <a:t>Low posting frequency on social media</a:t>
              </a:r>
            </a:p>
            <a:p>
              <a:pPr marL="496571" lvl="1" indent="-248285" algn="l">
                <a:lnSpc>
                  <a:spcPts val="3220"/>
                </a:lnSpc>
                <a:spcBef>
                  <a:spcPct val="0"/>
                </a:spcBef>
                <a:buFont typeface="Arial"/>
                <a:buChar char="•"/>
              </a:pPr>
              <a:r>
                <a:rPr lang="en-US" sz="2300" b="1" u="none" strike="noStrike">
                  <a:solidFill>
                    <a:srgbClr val="000000"/>
                  </a:solidFill>
                  <a:latin typeface="Playfair Display Bold"/>
                  <a:ea typeface="Playfair Display Bold"/>
                  <a:cs typeface="Playfair Display Bold"/>
                  <a:sym typeface="Playfair Display Bold"/>
                </a:rPr>
                <a:t>Few short-form videos (Reels) and interactive content</a:t>
              </a:r>
            </a:p>
            <a:p>
              <a:pPr marL="496571" lvl="1" indent="-248285" algn="l">
                <a:lnSpc>
                  <a:spcPts val="3220"/>
                </a:lnSpc>
                <a:spcBef>
                  <a:spcPct val="0"/>
                </a:spcBef>
                <a:buFont typeface="Arial"/>
                <a:buChar char="•"/>
              </a:pPr>
              <a:r>
                <a:rPr lang="en-US" sz="2300" b="1" u="none" strike="noStrike">
                  <a:solidFill>
                    <a:srgbClr val="000000"/>
                  </a:solidFill>
                  <a:latin typeface="Playfair Display Bold"/>
                  <a:ea typeface="Playfair Display Bold"/>
                  <a:cs typeface="Playfair Display Bold"/>
                  <a:sym typeface="Playfair Display Bold"/>
                </a:rPr>
                <a:t>Branding and visuals could be more consistent and professional</a:t>
              </a:r>
            </a:p>
            <a:p>
              <a:pPr marL="496571" lvl="1" indent="-248285" algn="l">
                <a:lnSpc>
                  <a:spcPts val="3220"/>
                </a:lnSpc>
                <a:spcBef>
                  <a:spcPct val="0"/>
                </a:spcBef>
                <a:buFont typeface="Arial"/>
                <a:buChar char="•"/>
              </a:pPr>
              <a:r>
                <a:rPr lang="en-US" sz="2300" b="1" u="none" strike="noStrike">
                  <a:solidFill>
                    <a:srgbClr val="000000"/>
                  </a:solidFill>
                  <a:latin typeface="Playfair Display Bold"/>
                  <a:ea typeface="Playfair Display Bold"/>
                  <a:cs typeface="Playfair Display Bold"/>
                  <a:sym typeface="Playfair Display Bold"/>
                </a:rPr>
                <a:t>Limited marketing budget for paid campaigns</a:t>
              </a:r>
            </a:p>
          </p:txBody>
        </p:sp>
      </p:grpSp>
      <p:grpSp>
        <p:nvGrpSpPr>
          <p:cNvPr id="12" name="Group 12"/>
          <p:cNvGrpSpPr/>
          <p:nvPr/>
        </p:nvGrpSpPr>
        <p:grpSpPr>
          <a:xfrm>
            <a:off x="9557384" y="5910834"/>
            <a:ext cx="7792368" cy="4138041"/>
            <a:chOff x="0" y="0"/>
            <a:chExt cx="2687919" cy="1427386"/>
          </a:xfrm>
        </p:grpSpPr>
        <p:sp>
          <p:nvSpPr>
            <p:cNvPr id="13" name="Freeform 13"/>
            <p:cNvSpPr/>
            <p:nvPr/>
          </p:nvSpPr>
          <p:spPr>
            <a:xfrm>
              <a:off x="0" y="0"/>
              <a:ext cx="2687919" cy="1427386"/>
            </a:xfrm>
            <a:custGeom>
              <a:avLst/>
              <a:gdLst/>
              <a:ahLst/>
              <a:cxnLst/>
              <a:rect l="l" t="t" r="r" b="b"/>
              <a:pathLst>
                <a:path w="2687919" h="1427386">
                  <a:moveTo>
                    <a:pt x="0" y="0"/>
                  </a:moveTo>
                  <a:lnTo>
                    <a:pt x="2687919" y="0"/>
                  </a:lnTo>
                  <a:lnTo>
                    <a:pt x="2687919" y="1427386"/>
                  </a:lnTo>
                  <a:lnTo>
                    <a:pt x="0" y="1427386"/>
                  </a:lnTo>
                  <a:close/>
                </a:path>
              </a:pathLst>
            </a:custGeom>
            <a:solidFill>
              <a:srgbClr val="A3B453"/>
            </a:solidFill>
          </p:spPr>
        </p:sp>
        <p:sp>
          <p:nvSpPr>
            <p:cNvPr id="14" name="TextBox 14"/>
            <p:cNvSpPr txBox="1"/>
            <p:nvPr/>
          </p:nvSpPr>
          <p:spPr>
            <a:xfrm>
              <a:off x="0" y="-57150"/>
              <a:ext cx="2687919" cy="1484536"/>
            </a:xfrm>
            <a:prstGeom prst="rect">
              <a:avLst/>
            </a:prstGeom>
          </p:spPr>
          <p:txBody>
            <a:bodyPr lIns="50800" tIns="50800" rIns="50800" bIns="50800" rtlCol="0" anchor="ctr"/>
            <a:lstStyle/>
            <a:p>
              <a:pPr algn="l">
                <a:lnSpc>
                  <a:spcPts val="3220"/>
                </a:lnSpc>
                <a:spcBef>
                  <a:spcPct val="0"/>
                </a:spcBef>
              </a:pPr>
              <a:r>
                <a:rPr lang="en-US" sz="2300" b="1" u="none" strike="noStrike">
                  <a:solidFill>
                    <a:srgbClr val="000000"/>
                  </a:solidFill>
                  <a:latin typeface="Playfair Display Bold"/>
                  <a:ea typeface="Playfair Display Bold"/>
                  <a:cs typeface="Playfair Display Bold"/>
                  <a:sym typeface="Playfair Display Bold"/>
                </a:rPr>
                <a:t>OPPORTUNITIES:</a:t>
              </a:r>
            </a:p>
            <a:p>
              <a:pPr marL="496571" lvl="1" indent="-248285" algn="l">
                <a:lnSpc>
                  <a:spcPts val="3220"/>
                </a:lnSpc>
                <a:spcBef>
                  <a:spcPct val="0"/>
                </a:spcBef>
                <a:buFont typeface="Arial"/>
                <a:buChar char="•"/>
              </a:pPr>
              <a:r>
                <a:rPr lang="en-US" sz="2300" b="1" u="none" strike="noStrike">
                  <a:solidFill>
                    <a:srgbClr val="000000"/>
                  </a:solidFill>
                  <a:latin typeface="Playfair Display Bold"/>
                  <a:ea typeface="Playfair Display Bold"/>
                  <a:cs typeface="Playfair Display Bold"/>
                  <a:sym typeface="Playfair Display Bold"/>
                </a:rPr>
                <a:t>High youth population interested in skill development</a:t>
              </a:r>
            </a:p>
            <a:p>
              <a:pPr marL="496571" lvl="1" indent="-248285" algn="l">
                <a:lnSpc>
                  <a:spcPts val="3220"/>
                </a:lnSpc>
                <a:spcBef>
                  <a:spcPct val="0"/>
                </a:spcBef>
                <a:buFont typeface="Arial"/>
                <a:buChar char="•"/>
              </a:pPr>
              <a:r>
                <a:rPr lang="en-US" sz="2300" b="1" u="none" strike="noStrike">
                  <a:solidFill>
                    <a:srgbClr val="000000"/>
                  </a:solidFill>
                  <a:latin typeface="Playfair Display Bold"/>
                  <a:ea typeface="Playfair Display Bold"/>
                  <a:cs typeface="Playfair Display Bold"/>
                  <a:sym typeface="Playfair Display Bold"/>
                </a:rPr>
                <a:t>Partnerships with universities, NGOs, and local businesses</a:t>
              </a:r>
            </a:p>
            <a:p>
              <a:pPr marL="496571" lvl="1" indent="-248285" algn="l">
                <a:lnSpc>
                  <a:spcPts val="3220"/>
                </a:lnSpc>
                <a:spcBef>
                  <a:spcPct val="0"/>
                </a:spcBef>
                <a:buFont typeface="Arial"/>
                <a:buChar char="•"/>
              </a:pPr>
              <a:r>
                <a:rPr lang="en-US" sz="2300" b="1" u="none" strike="noStrike">
                  <a:solidFill>
                    <a:srgbClr val="000000"/>
                  </a:solidFill>
                  <a:latin typeface="Playfair Display Bold"/>
                  <a:ea typeface="Playfair Display Bold"/>
                  <a:cs typeface="Playfair Display Bold"/>
                  <a:sym typeface="Playfair Display Bold"/>
                </a:rPr>
                <a:t>Increasing demand for volunteering and community activities</a:t>
              </a:r>
            </a:p>
            <a:p>
              <a:pPr marL="496571" lvl="1" indent="-248285" algn="l">
                <a:lnSpc>
                  <a:spcPts val="3220"/>
                </a:lnSpc>
                <a:spcBef>
                  <a:spcPct val="0"/>
                </a:spcBef>
                <a:buFont typeface="Arial"/>
                <a:buChar char="•"/>
              </a:pPr>
              <a:r>
                <a:rPr lang="en-US" sz="2300" b="1" u="none" strike="noStrike">
                  <a:solidFill>
                    <a:srgbClr val="000000"/>
                  </a:solidFill>
                  <a:latin typeface="Playfair Display Bold"/>
                  <a:ea typeface="Playfair Display Bold"/>
                  <a:cs typeface="Playfair Display Bold"/>
                  <a:sym typeface="Playfair Display Bold"/>
                </a:rPr>
                <a:t>Growing engagement with digital content (Reels, Stories, polls)</a:t>
              </a:r>
            </a:p>
            <a:p>
              <a:pPr marL="496571" lvl="1" indent="-248285" algn="l">
                <a:lnSpc>
                  <a:spcPts val="3220"/>
                </a:lnSpc>
                <a:spcBef>
                  <a:spcPct val="0"/>
                </a:spcBef>
                <a:buFont typeface="Arial"/>
                <a:buChar char="•"/>
              </a:pPr>
              <a:r>
                <a:rPr lang="en-US" sz="2300" b="1" u="none" strike="noStrike">
                  <a:solidFill>
                    <a:srgbClr val="000000"/>
                  </a:solidFill>
                  <a:latin typeface="Playfair Display Bold"/>
                  <a:ea typeface="Playfair Display Bold"/>
                  <a:cs typeface="Playfair Display Bold"/>
                  <a:sym typeface="Playfair Display Bold"/>
                </a:rPr>
                <a:t>Hybrid events (offline + online) to expand audience</a:t>
              </a:r>
            </a:p>
          </p:txBody>
        </p:sp>
      </p:grpSp>
      <p:sp>
        <p:nvSpPr>
          <p:cNvPr id="15" name="Freeform 15"/>
          <p:cNvSpPr/>
          <p:nvPr/>
        </p:nvSpPr>
        <p:spPr>
          <a:xfrm rot="-1528532" flipH="1">
            <a:off x="-2101367" y="-999340"/>
            <a:ext cx="9285265" cy="3075157"/>
          </a:xfrm>
          <a:custGeom>
            <a:avLst/>
            <a:gdLst/>
            <a:ahLst/>
            <a:cxnLst/>
            <a:rect l="l" t="t" r="r" b="b"/>
            <a:pathLst>
              <a:path w="9285265" h="3075157">
                <a:moveTo>
                  <a:pt x="9285265" y="0"/>
                </a:moveTo>
                <a:lnTo>
                  <a:pt x="0" y="0"/>
                </a:lnTo>
                <a:lnTo>
                  <a:pt x="0" y="3075157"/>
                </a:lnTo>
                <a:lnTo>
                  <a:pt x="9285265" y="3075157"/>
                </a:lnTo>
                <a:lnTo>
                  <a:pt x="9285265"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6" name="Freeform 16"/>
          <p:cNvSpPr/>
          <p:nvPr/>
        </p:nvSpPr>
        <p:spPr>
          <a:xfrm>
            <a:off x="-250662" y="-198827"/>
            <a:ext cx="3002535" cy="3002535"/>
          </a:xfrm>
          <a:custGeom>
            <a:avLst/>
            <a:gdLst/>
            <a:ahLst/>
            <a:cxnLst/>
            <a:rect l="l" t="t" r="r" b="b"/>
            <a:pathLst>
              <a:path w="3002535" h="3002535">
                <a:moveTo>
                  <a:pt x="0" y="0"/>
                </a:moveTo>
                <a:lnTo>
                  <a:pt x="3002535" y="0"/>
                </a:lnTo>
                <a:lnTo>
                  <a:pt x="3002535" y="3002535"/>
                </a:lnTo>
                <a:lnTo>
                  <a:pt x="0" y="3002535"/>
                </a:lnTo>
                <a:lnTo>
                  <a:pt x="0" y="0"/>
                </a:lnTo>
                <a:close/>
              </a:path>
            </a:pathLst>
          </a:custGeom>
          <a:blipFill>
            <a:blip r:embed="rId4"/>
            <a:stretch>
              <a:fillRect/>
            </a:stretch>
          </a:blipFill>
        </p:spPr>
      </p:sp>
      <p:sp>
        <p:nvSpPr>
          <p:cNvPr id="17" name="Freeform 17"/>
          <p:cNvSpPr/>
          <p:nvPr/>
        </p:nvSpPr>
        <p:spPr>
          <a:xfrm rot="1186442">
            <a:off x="10607614" y="-1296238"/>
            <a:ext cx="9285265" cy="3075157"/>
          </a:xfrm>
          <a:custGeom>
            <a:avLst/>
            <a:gdLst/>
            <a:ahLst/>
            <a:cxnLst/>
            <a:rect l="l" t="t" r="r" b="b"/>
            <a:pathLst>
              <a:path w="9285265" h="3075157">
                <a:moveTo>
                  <a:pt x="0" y="0"/>
                </a:moveTo>
                <a:lnTo>
                  <a:pt x="9285265" y="0"/>
                </a:lnTo>
                <a:lnTo>
                  <a:pt x="9285265" y="3075157"/>
                </a:lnTo>
                <a:lnTo>
                  <a:pt x="0" y="307515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276866" y="244617"/>
            <a:ext cx="9734269" cy="2066925"/>
          </a:xfrm>
          <a:prstGeom prst="rect">
            <a:avLst/>
          </a:prstGeom>
        </p:spPr>
        <p:txBody>
          <a:bodyPr lIns="0" tIns="0" rIns="0" bIns="0" rtlCol="0" anchor="t">
            <a:spAutoFit/>
          </a:bodyPr>
          <a:lstStyle/>
          <a:p>
            <a:pPr marL="0" lvl="0" indent="0" algn="ctr">
              <a:lnSpc>
                <a:spcPts val="16800"/>
              </a:lnSpc>
              <a:spcBef>
                <a:spcPct val="0"/>
              </a:spcBef>
            </a:pPr>
            <a:r>
              <a:rPr lang="en-US" sz="12000">
                <a:solidFill>
                  <a:srgbClr val="0F4F36"/>
                </a:solidFill>
                <a:latin typeface="Anton"/>
                <a:ea typeface="Anton"/>
                <a:cs typeface="Anton"/>
                <a:sym typeface="Anton"/>
              </a:rPr>
              <a:t>SMART</a:t>
            </a:r>
          </a:p>
        </p:txBody>
      </p:sp>
      <p:grpSp>
        <p:nvGrpSpPr>
          <p:cNvPr id="3" name="Group 3"/>
          <p:cNvGrpSpPr/>
          <p:nvPr/>
        </p:nvGrpSpPr>
        <p:grpSpPr>
          <a:xfrm>
            <a:off x="1547366" y="2378217"/>
            <a:ext cx="7596634" cy="3670585"/>
            <a:chOff x="0" y="0"/>
            <a:chExt cx="2509748" cy="1212674"/>
          </a:xfrm>
        </p:grpSpPr>
        <p:sp>
          <p:nvSpPr>
            <p:cNvPr id="4" name="Freeform 4"/>
            <p:cNvSpPr/>
            <p:nvPr/>
          </p:nvSpPr>
          <p:spPr>
            <a:xfrm>
              <a:off x="0" y="0"/>
              <a:ext cx="2509748" cy="1212674"/>
            </a:xfrm>
            <a:custGeom>
              <a:avLst/>
              <a:gdLst/>
              <a:ahLst/>
              <a:cxnLst/>
              <a:rect l="l" t="t" r="r" b="b"/>
              <a:pathLst>
                <a:path w="2509748" h="1212674">
                  <a:moveTo>
                    <a:pt x="0" y="0"/>
                  </a:moveTo>
                  <a:lnTo>
                    <a:pt x="2509748" y="0"/>
                  </a:lnTo>
                  <a:lnTo>
                    <a:pt x="2509748" y="1212674"/>
                  </a:lnTo>
                  <a:lnTo>
                    <a:pt x="0" y="1212674"/>
                  </a:lnTo>
                  <a:close/>
                </a:path>
              </a:pathLst>
            </a:custGeom>
            <a:solidFill>
              <a:srgbClr val="D6D6D6"/>
            </a:solidFill>
          </p:spPr>
        </p:sp>
        <p:sp>
          <p:nvSpPr>
            <p:cNvPr id="5" name="TextBox 5"/>
            <p:cNvSpPr txBox="1"/>
            <p:nvPr/>
          </p:nvSpPr>
          <p:spPr>
            <a:xfrm>
              <a:off x="0" y="-38100"/>
              <a:ext cx="2509748" cy="1250774"/>
            </a:xfrm>
            <a:prstGeom prst="rect">
              <a:avLst/>
            </a:prstGeom>
          </p:spPr>
          <p:txBody>
            <a:bodyPr lIns="50800" tIns="50800" rIns="50800" bIns="50800" rtlCol="0" anchor="ctr"/>
            <a:lstStyle/>
            <a:p>
              <a:pPr algn="l">
                <a:lnSpc>
                  <a:spcPts val="3499"/>
                </a:lnSpc>
              </a:pPr>
              <a:endParaRPr/>
            </a:p>
          </p:txBody>
        </p:sp>
      </p:grpSp>
      <p:grpSp>
        <p:nvGrpSpPr>
          <p:cNvPr id="9" name="Group 9"/>
          <p:cNvGrpSpPr/>
          <p:nvPr/>
        </p:nvGrpSpPr>
        <p:grpSpPr>
          <a:xfrm>
            <a:off x="9447836" y="2378217"/>
            <a:ext cx="7811464" cy="3617083"/>
            <a:chOff x="0" y="0"/>
            <a:chExt cx="2580723" cy="1194999"/>
          </a:xfrm>
        </p:grpSpPr>
        <p:sp>
          <p:nvSpPr>
            <p:cNvPr id="10" name="Freeform 10"/>
            <p:cNvSpPr/>
            <p:nvPr/>
          </p:nvSpPr>
          <p:spPr>
            <a:xfrm>
              <a:off x="0" y="0"/>
              <a:ext cx="2580723" cy="1194999"/>
            </a:xfrm>
            <a:custGeom>
              <a:avLst/>
              <a:gdLst/>
              <a:ahLst/>
              <a:cxnLst/>
              <a:rect l="l" t="t" r="r" b="b"/>
              <a:pathLst>
                <a:path w="2580723" h="1194999">
                  <a:moveTo>
                    <a:pt x="0" y="0"/>
                  </a:moveTo>
                  <a:lnTo>
                    <a:pt x="2580723" y="0"/>
                  </a:lnTo>
                  <a:lnTo>
                    <a:pt x="2580723" y="1194999"/>
                  </a:lnTo>
                  <a:lnTo>
                    <a:pt x="0" y="1194999"/>
                  </a:lnTo>
                  <a:close/>
                </a:path>
              </a:pathLst>
            </a:custGeom>
            <a:solidFill>
              <a:srgbClr val="E5EEB9"/>
            </a:solidFill>
          </p:spPr>
        </p:sp>
        <p:sp>
          <p:nvSpPr>
            <p:cNvPr id="11" name="TextBox 11"/>
            <p:cNvSpPr txBox="1"/>
            <p:nvPr/>
          </p:nvSpPr>
          <p:spPr>
            <a:xfrm>
              <a:off x="0" y="-38100"/>
              <a:ext cx="2580723" cy="1233099"/>
            </a:xfrm>
            <a:prstGeom prst="rect">
              <a:avLst/>
            </a:prstGeom>
          </p:spPr>
          <p:txBody>
            <a:bodyPr lIns="50800" tIns="50800" rIns="50800" bIns="50800" rtlCol="0" anchor="ctr"/>
            <a:lstStyle/>
            <a:p>
              <a:pPr algn="l">
                <a:lnSpc>
                  <a:spcPts val="3499"/>
                </a:lnSpc>
              </a:pPr>
              <a:endParaRPr/>
            </a:p>
          </p:txBody>
        </p:sp>
      </p:grpSp>
      <p:grpSp>
        <p:nvGrpSpPr>
          <p:cNvPr id="12" name="Group 12"/>
          <p:cNvGrpSpPr/>
          <p:nvPr/>
        </p:nvGrpSpPr>
        <p:grpSpPr>
          <a:xfrm>
            <a:off x="1547366" y="6293019"/>
            <a:ext cx="7596634" cy="3617083"/>
            <a:chOff x="0" y="0"/>
            <a:chExt cx="2620402" cy="1247686"/>
          </a:xfrm>
        </p:grpSpPr>
        <p:sp>
          <p:nvSpPr>
            <p:cNvPr id="13" name="Freeform 13"/>
            <p:cNvSpPr/>
            <p:nvPr/>
          </p:nvSpPr>
          <p:spPr>
            <a:xfrm>
              <a:off x="0" y="0"/>
              <a:ext cx="2620402" cy="1247686"/>
            </a:xfrm>
            <a:custGeom>
              <a:avLst/>
              <a:gdLst/>
              <a:ahLst/>
              <a:cxnLst/>
              <a:rect l="l" t="t" r="r" b="b"/>
              <a:pathLst>
                <a:path w="2620402" h="1247686">
                  <a:moveTo>
                    <a:pt x="0" y="0"/>
                  </a:moveTo>
                  <a:lnTo>
                    <a:pt x="2620402" y="0"/>
                  </a:lnTo>
                  <a:lnTo>
                    <a:pt x="2620402" y="1247686"/>
                  </a:lnTo>
                  <a:lnTo>
                    <a:pt x="0" y="1247686"/>
                  </a:lnTo>
                  <a:close/>
                </a:path>
              </a:pathLst>
            </a:custGeom>
            <a:solidFill>
              <a:srgbClr val="CADC72"/>
            </a:solidFill>
          </p:spPr>
        </p:sp>
        <p:sp>
          <p:nvSpPr>
            <p:cNvPr id="14" name="TextBox 14"/>
            <p:cNvSpPr txBox="1"/>
            <p:nvPr/>
          </p:nvSpPr>
          <p:spPr>
            <a:xfrm>
              <a:off x="0" y="-38100"/>
              <a:ext cx="2620402" cy="1285786"/>
            </a:xfrm>
            <a:prstGeom prst="rect">
              <a:avLst/>
            </a:prstGeom>
          </p:spPr>
          <p:txBody>
            <a:bodyPr lIns="50800" tIns="50800" rIns="50800" bIns="50800" rtlCol="0" anchor="ctr"/>
            <a:lstStyle/>
            <a:p>
              <a:pPr algn="l">
                <a:lnSpc>
                  <a:spcPts val="3499"/>
                </a:lnSpc>
                <a:spcBef>
                  <a:spcPct val="0"/>
                </a:spcBef>
              </a:pPr>
              <a:endParaRPr/>
            </a:p>
          </p:txBody>
        </p:sp>
      </p:grpSp>
      <p:grpSp>
        <p:nvGrpSpPr>
          <p:cNvPr id="15" name="Group 15"/>
          <p:cNvGrpSpPr/>
          <p:nvPr/>
        </p:nvGrpSpPr>
        <p:grpSpPr>
          <a:xfrm>
            <a:off x="9447836" y="6310008"/>
            <a:ext cx="7705141" cy="3638184"/>
            <a:chOff x="0" y="0"/>
            <a:chExt cx="2545596" cy="1201970"/>
          </a:xfrm>
        </p:grpSpPr>
        <p:sp>
          <p:nvSpPr>
            <p:cNvPr id="16" name="Freeform 16"/>
            <p:cNvSpPr/>
            <p:nvPr/>
          </p:nvSpPr>
          <p:spPr>
            <a:xfrm>
              <a:off x="0" y="0"/>
              <a:ext cx="2545596" cy="1201970"/>
            </a:xfrm>
            <a:custGeom>
              <a:avLst/>
              <a:gdLst/>
              <a:ahLst/>
              <a:cxnLst/>
              <a:rect l="l" t="t" r="r" b="b"/>
              <a:pathLst>
                <a:path w="2545596" h="1201970">
                  <a:moveTo>
                    <a:pt x="0" y="0"/>
                  </a:moveTo>
                  <a:lnTo>
                    <a:pt x="2545596" y="0"/>
                  </a:lnTo>
                  <a:lnTo>
                    <a:pt x="2545596" y="1201970"/>
                  </a:lnTo>
                  <a:lnTo>
                    <a:pt x="0" y="1201970"/>
                  </a:lnTo>
                  <a:close/>
                </a:path>
              </a:pathLst>
            </a:custGeom>
            <a:solidFill>
              <a:srgbClr val="0F4F36"/>
            </a:solidFill>
          </p:spPr>
        </p:sp>
        <p:sp>
          <p:nvSpPr>
            <p:cNvPr id="17" name="TextBox 17"/>
            <p:cNvSpPr txBox="1"/>
            <p:nvPr/>
          </p:nvSpPr>
          <p:spPr>
            <a:xfrm>
              <a:off x="0" y="-57150"/>
              <a:ext cx="2545596" cy="1259120"/>
            </a:xfrm>
            <a:prstGeom prst="rect">
              <a:avLst/>
            </a:prstGeom>
          </p:spPr>
          <p:txBody>
            <a:bodyPr lIns="50800" tIns="50800" rIns="50800" bIns="50800" rtlCol="0" anchor="ctr"/>
            <a:lstStyle/>
            <a:p>
              <a:pPr algn="l">
                <a:lnSpc>
                  <a:spcPts val="3220"/>
                </a:lnSpc>
                <a:spcBef>
                  <a:spcPct val="0"/>
                </a:spcBef>
              </a:pPr>
              <a:endParaRPr/>
            </a:p>
          </p:txBody>
        </p:sp>
      </p:grpSp>
      <p:sp>
        <p:nvSpPr>
          <p:cNvPr id="18" name="Freeform 18"/>
          <p:cNvSpPr/>
          <p:nvPr/>
        </p:nvSpPr>
        <p:spPr>
          <a:xfrm rot="-1528532" flipH="1">
            <a:off x="-2101367" y="-999340"/>
            <a:ext cx="9285265" cy="3075157"/>
          </a:xfrm>
          <a:custGeom>
            <a:avLst/>
            <a:gdLst/>
            <a:ahLst/>
            <a:cxnLst/>
            <a:rect l="l" t="t" r="r" b="b"/>
            <a:pathLst>
              <a:path w="9285265" h="3075157">
                <a:moveTo>
                  <a:pt x="9285265" y="0"/>
                </a:moveTo>
                <a:lnTo>
                  <a:pt x="0" y="0"/>
                </a:lnTo>
                <a:lnTo>
                  <a:pt x="0" y="3075157"/>
                </a:lnTo>
                <a:lnTo>
                  <a:pt x="9285265" y="3075157"/>
                </a:lnTo>
                <a:lnTo>
                  <a:pt x="9285265"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9" name="Freeform 19"/>
          <p:cNvSpPr/>
          <p:nvPr/>
        </p:nvSpPr>
        <p:spPr>
          <a:xfrm>
            <a:off x="-250662" y="-198827"/>
            <a:ext cx="3002535" cy="3002535"/>
          </a:xfrm>
          <a:custGeom>
            <a:avLst/>
            <a:gdLst/>
            <a:ahLst/>
            <a:cxnLst/>
            <a:rect l="l" t="t" r="r" b="b"/>
            <a:pathLst>
              <a:path w="3002535" h="3002535">
                <a:moveTo>
                  <a:pt x="0" y="0"/>
                </a:moveTo>
                <a:lnTo>
                  <a:pt x="3002535" y="0"/>
                </a:lnTo>
                <a:lnTo>
                  <a:pt x="3002535" y="3002535"/>
                </a:lnTo>
                <a:lnTo>
                  <a:pt x="0" y="3002535"/>
                </a:lnTo>
                <a:lnTo>
                  <a:pt x="0" y="0"/>
                </a:lnTo>
                <a:close/>
              </a:path>
            </a:pathLst>
          </a:custGeom>
          <a:blipFill>
            <a:blip r:embed="rId4"/>
            <a:stretch>
              <a:fillRect/>
            </a:stretch>
          </a:blipFill>
        </p:spPr>
      </p:sp>
      <p:sp>
        <p:nvSpPr>
          <p:cNvPr id="20" name="Freeform 20"/>
          <p:cNvSpPr/>
          <p:nvPr/>
        </p:nvSpPr>
        <p:spPr>
          <a:xfrm rot="1186442">
            <a:off x="10607614" y="-1296238"/>
            <a:ext cx="9285265" cy="3075157"/>
          </a:xfrm>
          <a:custGeom>
            <a:avLst/>
            <a:gdLst/>
            <a:ahLst/>
            <a:cxnLst/>
            <a:rect l="l" t="t" r="r" b="b"/>
            <a:pathLst>
              <a:path w="9285265" h="3075157">
                <a:moveTo>
                  <a:pt x="0" y="0"/>
                </a:moveTo>
                <a:lnTo>
                  <a:pt x="9285265" y="0"/>
                </a:lnTo>
                <a:lnTo>
                  <a:pt x="9285265" y="3075157"/>
                </a:lnTo>
                <a:lnTo>
                  <a:pt x="0" y="307515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1" name="TextBox 21"/>
          <p:cNvSpPr txBox="1"/>
          <p:nvPr/>
        </p:nvSpPr>
        <p:spPr>
          <a:xfrm>
            <a:off x="1739535" y="2666935"/>
            <a:ext cx="4431504" cy="485775"/>
          </a:xfrm>
          <a:prstGeom prst="rect">
            <a:avLst/>
          </a:prstGeom>
        </p:spPr>
        <p:txBody>
          <a:bodyPr lIns="0" tIns="0" rIns="0" bIns="0" rtlCol="0" anchor="t">
            <a:spAutoFit/>
          </a:bodyPr>
          <a:lstStyle/>
          <a:p>
            <a:pPr>
              <a:lnSpc>
                <a:spcPts val="3840"/>
              </a:lnSpc>
            </a:pPr>
            <a:r>
              <a:rPr lang="en-US" sz="3200" b="1" spc="160" dirty="0">
                <a:solidFill>
                  <a:srgbClr val="000000"/>
                </a:solidFill>
                <a:latin typeface="Playfair Display Bold"/>
                <a:ea typeface="Playfair Display Bold"/>
                <a:cs typeface="Playfair Display Bold"/>
                <a:sym typeface="Playfair Display Bold"/>
              </a:rPr>
              <a:t>SMART Goal 1</a:t>
            </a:r>
          </a:p>
        </p:txBody>
      </p:sp>
      <p:sp>
        <p:nvSpPr>
          <p:cNvPr id="22" name="TextBox 22"/>
          <p:cNvSpPr txBox="1"/>
          <p:nvPr/>
        </p:nvSpPr>
        <p:spPr>
          <a:xfrm>
            <a:off x="1791041" y="3260978"/>
            <a:ext cx="7297574" cy="2588209"/>
          </a:xfrm>
          <a:prstGeom prst="rect">
            <a:avLst/>
          </a:prstGeom>
        </p:spPr>
        <p:txBody>
          <a:bodyPr wrap="square" lIns="0" tIns="0" rIns="0" bIns="0" rtlCol="0" anchor="t">
            <a:spAutoFit/>
          </a:bodyPr>
          <a:lstStyle/>
          <a:p>
            <a:pPr>
              <a:lnSpc>
                <a:spcPts val="3359"/>
              </a:lnSpc>
            </a:pPr>
            <a:r>
              <a:rPr lang="en-US" sz="2799" dirty="0">
                <a:solidFill>
                  <a:srgbClr val="000000"/>
                </a:solidFill>
                <a:latin typeface="Playfair Display"/>
                <a:ea typeface="Playfair Display"/>
                <a:cs typeface="Playfair Display"/>
                <a:sym typeface="Playfair Display"/>
              </a:rPr>
              <a:t>Increase DYS </a:t>
            </a:r>
            <a:r>
              <a:rPr lang="en-US" sz="2799" dirty="0" err="1">
                <a:solidFill>
                  <a:srgbClr val="000000"/>
                </a:solidFill>
                <a:latin typeface="Playfair Display"/>
                <a:ea typeface="Playfair Display"/>
                <a:cs typeface="Playfair Display"/>
                <a:sym typeface="Playfair Display"/>
              </a:rPr>
              <a:t>Dakahlia’s</a:t>
            </a:r>
            <a:r>
              <a:rPr lang="en-US" sz="2799" dirty="0">
                <a:solidFill>
                  <a:srgbClr val="000000"/>
                </a:solidFill>
                <a:latin typeface="Playfair Display"/>
                <a:ea typeface="Playfair Display"/>
                <a:cs typeface="Playfair Display"/>
                <a:sym typeface="Playfair Display"/>
              </a:rPr>
              <a:t> Facebook and Instagram reach by 40%, grow followers by 30%, and improve the average engagement rate by 25% within six months through consistent content publishing, Reels, Stories, and targeted advertising campaigns.</a:t>
            </a:r>
          </a:p>
        </p:txBody>
      </p:sp>
      <p:sp>
        <p:nvSpPr>
          <p:cNvPr id="23" name="TextBox 23"/>
          <p:cNvSpPr txBox="1"/>
          <p:nvPr/>
        </p:nvSpPr>
        <p:spPr>
          <a:xfrm>
            <a:off x="1814045" y="6699467"/>
            <a:ext cx="3862774" cy="485775"/>
          </a:xfrm>
          <a:prstGeom prst="rect">
            <a:avLst/>
          </a:prstGeom>
        </p:spPr>
        <p:txBody>
          <a:bodyPr lIns="0" tIns="0" rIns="0" bIns="0" rtlCol="0" anchor="t">
            <a:spAutoFit/>
          </a:bodyPr>
          <a:lstStyle/>
          <a:p>
            <a:pPr lvl="0">
              <a:lnSpc>
                <a:spcPts val="3840"/>
              </a:lnSpc>
              <a:spcBef>
                <a:spcPct val="0"/>
              </a:spcBef>
            </a:pPr>
            <a:r>
              <a:rPr lang="en-US" sz="3200" b="1" spc="160" dirty="0">
                <a:solidFill>
                  <a:srgbClr val="000000"/>
                </a:solidFill>
                <a:latin typeface="Playfair Display Bold"/>
                <a:ea typeface="Playfair Display Bold"/>
                <a:cs typeface="Playfair Display Bold"/>
                <a:sym typeface="Playfair Display Bold"/>
              </a:rPr>
              <a:t>SMART Goal 2</a:t>
            </a:r>
            <a:endParaRPr lang="en-US" sz="3200" b="1" u="none" strike="noStrike" spc="160" dirty="0">
              <a:solidFill>
                <a:srgbClr val="000000"/>
              </a:solidFill>
              <a:latin typeface="Playfair Display Bold"/>
              <a:ea typeface="Playfair Display Bold"/>
              <a:cs typeface="Playfair Display Bold"/>
              <a:sym typeface="Playfair Display Bold"/>
            </a:endParaRPr>
          </a:p>
        </p:txBody>
      </p:sp>
      <p:sp>
        <p:nvSpPr>
          <p:cNvPr id="24" name="TextBox 24"/>
          <p:cNvSpPr txBox="1"/>
          <p:nvPr/>
        </p:nvSpPr>
        <p:spPr>
          <a:xfrm>
            <a:off x="1800190" y="7294780"/>
            <a:ext cx="7329955" cy="2588209"/>
          </a:xfrm>
          <a:prstGeom prst="rect">
            <a:avLst/>
          </a:prstGeom>
        </p:spPr>
        <p:txBody>
          <a:bodyPr wrap="square" lIns="0" tIns="0" rIns="0" bIns="0" rtlCol="0" anchor="t">
            <a:spAutoFit/>
          </a:bodyPr>
          <a:lstStyle/>
          <a:p>
            <a:pPr>
              <a:lnSpc>
                <a:spcPts val="3359"/>
              </a:lnSpc>
              <a:spcBef>
                <a:spcPct val="0"/>
              </a:spcBef>
            </a:pPr>
            <a:r>
              <a:rPr lang="en-US" sz="2799" dirty="0">
                <a:solidFill>
                  <a:srgbClr val="000000"/>
                </a:solidFill>
                <a:latin typeface="Playfair Display"/>
                <a:ea typeface="Playfair Display"/>
                <a:cs typeface="Playfair Display"/>
                <a:sym typeface="Playfair Display"/>
              </a:rPr>
              <a:t>Recruit 300 new volunteers and achieve at least 200 active participants in workshops and community events within six months by collaborating with universities, promoting events on social media, and implementing an effective volunteer recruitment campaign.</a:t>
            </a:r>
            <a:endParaRPr lang="en-US" sz="2799" u="none" strike="noStrike" dirty="0">
              <a:solidFill>
                <a:srgbClr val="000000"/>
              </a:solidFill>
              <a:latin typeface="Playfair Display"/>
              <a:ea typeface="Playfair Display"/>
              <a:cs typeface="Playfair Display"/>
              <a:sym typeface="Playfair Display"/>
            </a:endParaRPr>
          </a:p>
        </p:txBody>
      </p:sp>
      <p:sp>
        <p:nvSpPr>
          <p:cNvPr id="27" name="TextBox 27"/>
          <p:cNvSpPr txBox="1"/>
          <p:nvPr/>
        </p:nvSpPr>
        <p:spPr>
          <a:xfrm>
            <a:off x="9749436" y="2666935"/>
            <a:ext cx="3862774" cy="485775"/>
          </a:xfrm>
          <a:prstGeom prst="rect">
            <a:avLst/>
          </a:prstGeom>
        </p:spPr>
        <p:txBody>
          <a:bodyPr lIns="0" tIns="0" rIns="0" bIns="0" rtlCol="0" anchor="t">
            <a:spAutoFit/>
          </a:bodyPr>
          <a:lstStyle/>
          <a:p>
            <a:pPr marL="0" lvl="0" indent="0" algn="l">
              <a:lnSpc>
                <a:spcPts val="3840"/>
              </a:lnSpc>
              <a:spcBef>
                <a:spcPct val="0"/>
              </a:spcBef>
            </a:pPr>
            <a:r>
              <a:rPr lang="en-US" sz="3200" b="1" u="none" strike="noStrike" spc="160" dirty="0">
                <a:solidFill>
                  <a:srgbClr val="000000"/>
                </a:solidFill>
                <a:latin typeface="Playfair Display Bold"/>
                <a:ea typeface="Playfair Display Bold"/>
                <a:cs typeface="Playfair Display Bold"/>
                <a:sym typeface="Playfair Display Bold"/>
              </a:rPr>
              <a:t>SMART GOAL 3</a:t>
            </a:r>
          </a:p>
        </p:txBody>
      </p:sp>
      <p:sp>
        <p:nvSpPr>
          <p:cNvPr id="29" name="TextBox 29"/>
          <p:cNvSpPr txBox="1"/>
          <p:nvPr/>
        </p:nvSpPr>
        <p:spPr>
          <a:xfrm>
            <a:off x="9799850" y="7382118"/>
            <a:ext cx="6779563" cy="2152192"/>
          </a:xfrm>
          <a:prstGeom prst="rect">
            <a:avLst/>
          </a:prstGeom>
        </p:spPr>
        <p:txBody>
          <a:bodyPr wrap="square" lIns="0" tIns="0" rIns="0" bIns="0" rtlCol="0" anchor="t">
            <a:spAutoFit/>
          </a:bodyPr>
          <a:lstStyle/>
          <a:p>
            <a:pPr marL="0" lvl="1">
              <a:lnSpc>
                <a:spcPts val="3359"/>
              </a:lnSpc>
              <a:spcBef>
                <a:spcPct val="0"/>
              </a:spcBef>
            </a:pPr>
            <a:r>
              <a:rPr lang="en-US" sz="2799" dirty="0">
                <a:solidFill>
                  <a:srgbClr val="FFFFFF"/>
                </a:solidFill>
                <a:latin typeface="Playfair Display"/>
                <a:ea typeface="Playfair Display"/>
                <a:cs typeface="Playfair Display"/>
                <a:sym typeface="Playfair Display"/>
              </a:rPr>
              <a:t>Achieve a participant satisfaction rate of at least 90% by collecting feedback after every workshop and implementing continuous improvements throughout the six-month campaign.</a:t>
            </a:r>
            <a:endParaRPr lang="en-US" sz="2799" u="none" strike="noStrike" dirty="0">
              <a:solidFill>
                <a:srgbClr val="FFFFFF"/>
              </a:solidFill>
              <a:latin typeface="Playfair Display"/>
              <a:ea typeface="Playfair Display"/>
              <a:cs typeface="Playfair Display"/>
              <a:sym typeface="Playfair Display"/>
            </a:endParaRPr>
          </a:p>
        </p:txBody>
      </p:sp>
      <p:sp>
        <p:nvSpPr>
          <p:cNvPr id="30" name="TextBox 30"/>
          <p:cNvSpPr txBox="1"/>
          <p:nvPr/>
        </p:nvSpPr>
        <p:spPr>
          <a:xfrm>
            <a:off x="9727071" y="3240048"/>
            <a:ext cx="7596633" cy="2588209"/>
          </a:xfrm>
          <a:prstGeom prst="rect">
            <a:avLst/>
          </a:prstGeom>
        </p:spPr>
        <p:txBody>
          <a:bodyPr wrap="square" lIns="0" tIns="0" rIns="0" bIns="0" rtlCol="0" anchor="t">
            <a:spAutoFit/>
          </a:bodyPr>
          <a:lstStyle/>
          <a:p>
            <a:pPr lvl="0">
              <a:lnSpc>
                <a:spcPts val="3359"/>
              </a:lnSpc>
              <a:spcBef>
                <a:spcPct val="0"/>
              </a:spcBef>
            </a:pPr>
            <a:r>
              <a:rPr lang="en-US" sz="2799" dirty="0">
                <a:solidFill>
                  <a:srgbClr val="000000"/>
                </a:solidFill>
                <a:latin typeface="Playfair Display"/>
                <a:ea typeface="Playfair Display"/>
                <a:cs typeface="Playfair Display"/>
                <a:sym typeface="Playfair Display"/>
              </a:rPr>
              <a:t>Strengthen DYS </a:t>
            </a:r>
            <a:r>
              <a:rPr lang="en-US" sz="2799" dirty="0" err="1">
                <a:solidFill>
                  <a:srgbClr val="000000"/>
                </a:solidFill>
                <a:latin typeface="Playfair Display"/>
                <a:ea typeface="Playfair Display"/>
                <a:cs typeface="Playfair Display"/>
                <a:sym typeface="Playfair Display"/>
              </a:rPr>
              <a:t>Dakahlia’s</a:t>
            </a:r>
            <a:r>
              <a:rPr lang="en-US" sz="2799" dirty="0">
                <a:solidFill>
                  <a:srgbClr val="000000"/>
                </a:solidFill>
                <a:latin typeface="Playfair Display"/>
                <a:ea typeface="Playfair Display"/>
                <a:cs typeface="Playfair Display"/>
                <a:sym typeface="Playfair Display"/>
              </a:rPr>
              <a:t> digital presence by publishing at least 4 social media posts, 3 Reels, and daily Stories every week for six months, while maintaining a consistent visual identity and increasing audience interaction through polls, quizzes, and educational content.</a:t>
            </a:r>
            <a:endParaRPr lang="en-US" sz="2799" u="none" strike="noStrike" dirty="0">
              <a:solidFill>
                <a:srgbClr val="000000"/>
              </a:solidFill>
              <a:latin typeface="Playfair Display"/>
              <a:ea typeface="Playfair Display"/>
              <a:cs typeface="Playfair Display"/>
              <a:sym typeface="Playfair Display"/>
            </a:endParaRPr>
          </a:p>
        </p:txBody>
      </p:sp>
      <p:sp>
        <p:nvSpPr>
          <p:cNvPr id="32" name="TextBox 23">
            <a:extLst>
              <a:ext uri="{FF2B5EF4-FFF2-40B4-BE49-F238E27FC236}">
                <a16:creationId xmlns:a16="http://schemas.microsoft.com/office/drawing/2014/main" id="{45B17619-48E3-99E9-3955-C1F108990B3D}"/>
              </a:ext>
            </a:extLst>
          </p:cNvPr>
          <p:cNvSpPr txBox="1"/>
          <p:nvPr/>
        </p:nvSpPr>
        <p:spPr>
          <a:xfrm>
            <a:off x="9852417" y="6576377"/>
            <a:ext cx="3862774" cy="485775"/>
          </a:xfrm>
          <a:prstGeom prst="rect">
            <a:avLst/>
          </a:prstGeom>
        </p:spPr>
        <p:txBody>
          <a:bodyPr lIns="0" tIns="0" rIns="0" bIns="0" rtlCol="0" anchor="t">
            <a:spAutoFit/>
          </a:bodyPr>
          <a:lstStyle/>
          <a:p>
            <a:pPr lvl="0">
              <a:lnSpc>
                <a:spcPts val="3840"/>
              </a:lnSpc>
              <a:spcBef>
                <a:spcPct val="0"/>
              </a:spcBef>
            </a:pPr>
            <a:r>
              <a:rPr lang="en-US" sz="3200" b="1" spc="160" dirty="0">
                <a:solidFill>
                  <a:schemeClr val="bg1"/>
                </a:solidFill>
                <a:latin typeface="Playfair Display Bold"/>
                <a:ea typeface="Playfair Display Bold"/>
                <a:cs typeface="Playfair Display Bold"/>
                <a:sym typeface="Playfair Display Bold"/>
              </a:rPr>
              <a:t>SMART Goal 4</a:t>
            </a:r>
            <a:endParaRPr lang="en-US" sz="3200" b="1" u="none" strike="noStrike" spc="160" dirty="0">
              <a:solidFill>
                <a:schemeClr val="bg1"/>
              </a:solidFill>
              <a:latin typeface="Playfair Display Bold"/>
              <a:ea typeface="Playfair Display Bold"/>
              <a:cs typeface="Playfair Display Bold"/>
              <a:sym typeface="Playfair Display Bo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780157" y="-20457"/>
            <a:ext cx="3515810" cy="5143500"/>
          </a:xfrm>
          <a:custGeom>
            <a:avLst/>
            <a:gdLst/>
            <a:ahLst/>
            <a:cxnLst/>
            <a:rect l="l" t="t" r="r" b="b"/>
            <a:pathLst>
              <a:path w="3515810" h="5143500">
                <a:moveTo>
                  <a:pt x="3515810" y="0"/>
                </a:moveTo>
                <a:lnTo>
                  <a:pt x="0" y="0"/>
                </a:lnTo>
                <a:lnTo>
                  <a:pt x="0" y="5143500"/>
                </a:lnTo>
                <a:lnTo>
                  <a:pt x="3515810" y="5143500"/>
                </a:lnTo>
                <a:lnTo>
                  <a:pt x="351581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flipV="1">
            <a:off x="-780157" y="5570718"/>
            <a:ext cx="3617714" cy="5292582"/>
          </a:xfrm>
          <a:custGeom>
            <a:avLst/>
            <a:gdLst/>
            <a:ahLst/>
            <a:cxnLst/>
            <a:rect l="l" t="t" r="r" b="b"/>
            <a:pathLst>
              <a:path w="3617714" h="5292582">
                <a:moveTo>
                  <a:pt x="3617714" y="5292582"/>
                </a:moveTo>
                <a:lnTo>
                  <a:pt x="0" y="5292582"/>
                </a:lnTo>
                <a:lnTo>
                  <a:pt x="0" y="0"/>
                </a:lnTo>
                <a:lnTo>
                  <a:pt x="3617714" y="0"/>
                </a:lnTo>
                <a:lnTo>
                  <a:pt x="3617714" y="5292582"/>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5450443" y="-298378"/>
            <a:ext cx="3515810" cy="5143500"/>
          </a:xfrm>
          <a:custGeom>
            <a:avLst/>
            <a:gdLst/>
            <a:ahLst/>
            <a:cxnLst/>
            <a:rect l="l" t="t" r="r" b="b"/>
            <a:pathLst>
              <a:path w="3515810" h="5143500">
                <a:moveTo>
                  <a:pt x="0" y="0"/>
                </a:moveTo>
                <a:lnTo>
                  <a:pt x="3515810" y="0"/>
                </a:lnTo>
                <a:lnTo>
                  <a:pt x="3515810" y="5143500"/>
                </a:lnTo>
                <a:lnTo>
                  <a:pt x="0" y="51435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flipV="1">
            <a:off x="15450443" y="5292797"/>
            <a:ext cx="3617714" cy="5292582"/>
          </a:xfrm>
          <a:custGeom>
            <a:avLst/>
            <a:gdLst/>
            <a:ahLst/>
            <a:cxnLst/>
            <a:rect l="l" t="t" r="r" b="b"/>
            <a:pathLst>
              <a:path w="3617714" h="5292582">
                <a:moveTo>
                  <a:pt x="0" y="5292581"/>
                </a:moveTo>
                <a:lnTo>
                  <a:pt x="3617714" y="5292581"/>
                </a:lnTo>
                <a:lnTo>
                  <a:pt x="3617714" y="0"/>
                </a:lnTo>
                <a:lnTo>
                  <a:pt x="0" y="0"/>
                </a:lnTo>
                <a:lnTo>
                  <a:pt x="0" y="5292581"/>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4024299" y="3182445"/>
            <a:ext cx="10209136" cy="2391737"/>
          </a:xfrm>
          <a:prstGeom prst="rect">
            <a:avLst/>
          </a:prstGeom>
        </p:spPr>
        <p:txBody>
          <a:bodyPr lIns="0" tIns="0" rIns="0" bIns="0" rtlCol="0" anchor="t">
            <a:spAutoFit/>
          </a:bodyPr>
          <a:lstStyle/>
          <a:p>
            <a:pPr marL="0" lvl="0" indent="0" algn="ctr">
              <a:lnSpc>
                <a:spcPts val="19433"/>
              </a:lnSpc>
              <a:spcBef>
                <a:spcPct val="0"/>
              </a:spcBef>
            </a:pPr>
            <a:r>
              <a:rPr lang="en-US" sz="13881" u="none" strike="noStrike" dirty="0">
                <a:solidFill>
                  <a:srgbClr val="0F4F36"/>
                </a:solidFill>
                <a:latin typeface="Anton"/>
                <a:ea typeface="Anton"/>
                <a:cs typeface="Anton"/>
                <a:sym typeface="Anton"/>
              </a:rPr>
              <a:t>Buyer persona</a:t>
            </a:r>
          </a:p>
        </p:txBody>
      </p:sp>
      <p:sp>
        <p:nvSpPr>
          <p:cNvPr id="7" name="Freeform 7"/>
          <p:cNvSpPr/>
          <p:nvPr/>
        </p:nvSpPr>
        <p:spPr>
          <a:xfrm>
            <a:off x="-250662" y="-198827"/>
            <a:ext cx="3002535" cy="3002535"/>
          </a:xfrm>
          <a:custGeom>
            <a:avLst/>
            <a:gdLst/>
            <a:ahLst/>
            <a:cxnLst/>
            <a:rect l="l" t="t" r="r" b="b"/>
            <a:pathLst>
              <a:path w="3002535" h="3002535">
                <a:moveTo>
                  <a:pt x="0" y="0"/>
                </a:moveTo>
                <a:lnTo>
                  <a:pt x="3002535" y="0"/>
                </a:lnTo>
                <a:lnTo>
                  <a:pt x="3002535" y="3002535"/>
                </a:lnTo>
                <a:lnTo>
                  <a:pt x="0" y="3002535"/>
                </a:lnTo>
                <a:lnTo>
                  <a:pt x="0" y="0"/>
                </a:lnTo>
                <a:close/>
              </a:path>
            </a:pathLst>
          </a:custGeom>
          <a:blipFill>
            <a:blip r:embed="rId4"/>
            <a:stretch>
              <a:fillRect/>
            </a:stretch>
          </a:blipFill>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780157" y="-20457"/>
            <a:ext cx="3515810" cy="5143500"/>
          </a:xfrm>
          <a:custGeom>
            <a:avLst/>
            <a:gdLst/>
            <a:ahLst/>
            <a:cxnLst/>
            <a:rect l="l" t="t" r="r" b="b"/>
            <a:pathLst>
              <a:path w="3515810" h="5143500">
                <a:moveTo>
                  <a:pt x="3515810" y="0"/>
                </a:moveTo>
                <a:lnTo>
                  <a:pt x="0" y="0"/>
                </a:lnTo>
                <a:lnTo>
                  <a:pt x="0" y="5143500"/>
                </a:lnTo>
                <a:lnTo>
                  <a:pt x="3515810" y="5143500"/>
                </a:lnTo>
                <a:lnTo>
                  <a:pt x="3515810" y="0"/>
                </a:lnTo>
                <a:close/>
              </a:path>
            </a:pathLst>
          </a:custGeom>
          <a:blipFill>
            <a:blip r:embed="rId2">
              <a:alphaModFix amt="80000"/>
              <a:extLst>
                <a:ext uri="{96DAC541-7B7A-43D3-8B79-37D633B846F1}">
                  <asvg:svgBlip xmlns:asvg="http://schemas.microsoft.com/office/drawing/2016/SVG/main" r:embed="rId3"/>
                </a:ext>
              </a:extLst>
            </a:blip>
            <a:stretch>
              <a:fillRect/>
            </a:stretch>
          </a:blipFill>
        </p:spPr>
      </p:sp>
      <p:sp>
        <p:nvSpPr>
          <p:cNvPr id="3" name="Freeform 3"/>
          <p:cNvSpPr/>
          <p:nvPr/>
        </p:nvSpPr>
        <p:spPr>
          <a:xfrm flipH="1" flipV="1">
            <a:off x="-780157" y="5570718"/>
            <a:ext cx="3617714" cy="5292582"/>
          </a:xfrm>
          <a:custGeom>
            <a:avLst/>
            <a:gdLst/>
            <a:ahLst/>
            <a:cxnLst/>
            <a:rect l="l" t="t" r="r" b="b"/>
            <a:pathLst>
              <a:path w="3617714" h="5292582">
                <a:moveTo>
                  <a:pt x="3617714" y="5292582"/>
                </a:moveTo>
                <a:lnTo>
                  <a:pt x="0" y="5292582"/>
                </a:lnTo>
                <a:lnTo>
                  <a:pt x="0" y="0"/>
                </a:lnTo>
                <a:lnTo>
                  <a:pt x="3617714" y="0"/>
                </a:lnTo>
                <a:lnTo>
                  <a:pt x="3617714" y="5292582"/>
                </a:lnTo>
                <a:close/>
              </a:path>
            </a:pathLst>
          </a:custGeom>
          <a:blipFill>
            <a:blip r:embed="rId2">
              <a:alphaModFix amt="80000"/>
              <a:extLst>
                <a:ext uri="{96DAC541-7B7A-43D3-8B79-37D633B846F1}">
                  <asvg:svgBlip xmlns:asvg="http://schemas.microsoft.com/office/drawing/2016/SVG/main" r:embed="rId3"/>
                </a:ext>
              </a:extLst>
            </a:blip>
            <a:stretch>
              <a:fillRect/>
            </a:stretch>
          </a:blipFill>
        </p:spPr>
      </p:sp>
      <p:sp>
        <p:nvSpPr>
          <p:cNvPr id="4" name="Freeform 4"/>
          <p:cNvSpPr/>
          <p:nvPr/>
        </p:nvSpPr>
        <p:spPr>
          <a:xfrm>
            <a:off x="15450443" y="-298378"/>
            <a:ext cx="3515810" cy="5143500"/>
          </a:xfrm>
          <a:custGeom>
            <a:avLst/>
            <a:gdLst/>
            <a:ahLst/>
            <a:cxnLst/>
            <a:rect l="l" t="t" r="r" b="b"/>
            <a:pathLst>
              <a:path w="3515810" h="5143500">
                <a:moveTo>
                  <a:pt x="0" y="0"/>
                </a:moveTo>
                <a:lnTo>
                  <a:pt x="3515810" y="0"/>
                </a:lnTo>
                <a:lnTo>
                  <a:pt x="3515810" y="5143500"/>
                </a:lnTo>
                <a:lnTo>
                  <a:pt x="0" y="5143500"/>
                </a:lnTo>
                <a:lnTo>
                  <a:pt x="0" y="0"/>
                </a:lnTo>
                <a:close/>
              </a:path>
            </a:pathLst>
          </a:custGeom>
          <a:blipFill>
            <a:blip r:embed="rId2">
              <a:alphaModFix amt="80000"/>
              <a:extLst>
                <a:ext uri="{96DAC541-7B7A-43D3-8B79-37D633B846F1}">
                  <asvg:svgBlip xmlns:asvg="http://schemas.microsoft.com/office/drawing/2016/SVG/main" r:embed="rId3"/>
                </a:ext>
              </a:extLst>
            </a:blip>
            <a:stretch>
              <a:fillRect/>
            </a:stretch>
          </a:blipFill>
        </p:spPr>
      </p:sp>
      <p:sp>
        <p:nvSpPr>
          <p:cNvPr id="5" name="Freeform 5"/>
          <p:cNvSpPr/>
          <p:nvPr/>
        </p:nvSpPr>
        <p:spPr>
          <a:xfrm flipV="1">
            <a:off x="15450443" y="5292797"/>
            <a:ext cx="3617714" cy="5292582"/>
          </a:xfrm>
          <a:custGeom>
            <a:avLst/>
            <a:gdLst/>
            <a:ahLst/>
            <a:cxnLst/>
            <a:rect l="l" t="t" r="r" b="b"/>
            <a:pathLst>
              <a:path w="3617714" h="5292582">
                <a:moveTo>
                  <a:pt x="0" y="5292581"/>
                </a:moveTo>
                <a:lnTo>
                  <a:pt x="3617714" y="5292581"/>
                </a:lnTo>
                <a:lnTo>
                  <a:pt x="3617714" y="0"/>
                </a:lnTo>
                <a:lnTo>
                  <a:pt x="0" y="0"/>
                </a:lnTo>
                <a:lnTo>
                  <a:pt x="0" y="5292581"/>
                </a:lnTo>
                <a:close/>
              </a:path>
            </a:pathLst>
          </a:custGeom>
          <a:blipFill>
            <a:blip r:embed="rId2">
              <a:alphaModFix amt="80000"/>
              <a:extLst>
                <a:ext uri="{96DAC541-7B7A-43D3-8B79-37D633B846F1}">
                  <asvg:svgBlip xmlns:asvg="http://schemas.microsoft.com/office/drawing/2016/SVG/main" r:embed="rId3"/>
                </a:ext>
              </a:extLst>
            </a:blip>
            <a:stretch>
              <a:fillRect/>
            </a:stretch>
          </a:blipFill>
        </p:spPr>
      </p:sp>
      <p:sp>
        <p:nvSpPr>
          <p:cNvPr id="6" name="Freeform 6"/>
          <p:cNvSpPr/>
          <p:nvPr/>
        </p:nvSpPr>
        <p:spPr>
          <a:xfrm>
            <a:off x="-409618" y="-314739"/>
            <a:ext cx="3002535" cy="3002535"/>
          </a:xfrm>
          <a:custGeom>
            <a:avLst/>
            <a:gdLst/>
            <a:ahLst/>
            <a:cxnLst/>
            <a:rect l="l" t="t" r="r" b="b"/>
            <a:pathLst>
              <a:path w="3002535" h="3002535">
                <a:moveTo>
                  <a:pt x="0" y="0"/>
                </a:moveTo>
                <a:lnTo>
                  <a:pt x="3002535" y="0"/>
                </a:lnTo>
                <a:lnTo>
                  <a:pt x="3002535" y="3002535"/>
                </a:lnTo>
                <a:lnTo>
                  <a:pt x="0" y="3002535"/>
                </a:lnTo>
                <a:lnTo>
                  <a:pt x="0" y="0"/>
                </a:lnTo>
                <a:close/>
              </a:path>
            </a:pathLst>
          </a:custGeom>
          <a:blipFill>
            <a:blip r:embed="rId4"/>
            <a:stretch>
              <a:fillRect/>
            </a:stretch>
          </a:blipFill>
        </p:spPr>
      </p:sp>
      <p:grpSp>
        <p:nvGrpSpPr>
          <p:cNvPr id="7" name="Group 7"/>
          <p:cNvGrpSpPr/>
          <p:nvPr/>
        </p:nvGrpSpPr>
        <p:grpSpPr>
          <a:xfrm>
            <a:off x="6877327" y="1391789"/>
            <a:ext cx="5258377" cy="2592015"/>
            <a:chOff x="0" y="0"/>
            <a:chExt cx="1667511" cy="821967"/>
          </a:xfrm>
        </p:grpSpPr>
        <p:sp>
          <p:nvSpPr>
            <p:cNvPr id="8" name="Freeform 8"/>
            <p:cNvSpPr/>
            <p:nvPr/>
          </p:nvSpPr>
          <p:spPr>
            <a:xfrm>
              <a:off x="0" y="0"/>
              <a:ext cx="1667511" cy="821967"/>
            </a:xfrm>
            <a:custGeom>
              <a:avLst/>
              <a:gdLst/>
              <a:ahLst/>
              <a:cxnLst/>
              <a:rect l="l" t="t" r="r" b="b"/>
              <a:pathLst>
                <a:path w="1667511" h="821967">
                  <a:moveTo>
                    <a:pt x="0" y="0"/>
                  </a:moveTo>
                  <a:lnTo>
                    <a:pt x="1667511" y="0"/>
                  </a:lnTo>
                  <a:lnTo>
                    <a:pt x="1667511" y="821967"/>
                  </a:lnTo>
                  <a:lnTo>
                    <a:pt x="0" y="821967"/>
                  </a:lnTo>
                  <a:close/>
                </a:path>
              </a:pathLst>
            </a:custGeom>
            <a:solidFill>
              <a:srgbClr val="0F4F36"/>
            </a:solidFill>
          </p:spPr>
        </p:sp>
        <p:sp>
          <p:nvSpPr>
            <p:cNvPr id="9" name="TextBox 9"/>
            <p:cNvSpPr txBox="1"/>
            <p:nvPr/>
          </p:nvSpPr>
          <p:spPr>
            <a:xfrm>
              <a:off x="0" y="-38100"/>
              <a:ext cx="1667511" cy="860067"/>
            </a:xfrm>
            <a:prstGeom prst="rect">
              <a:avLst/>
            </a:prstGeom>
          </p:spPr>
          <p:txBody>
            <a:bodyPr lIns="50800" tIns="50800" rIns="50800" bIns="50800" rtlCol="0" anchor="ctr"/>
            <a:lstStyle/>
            <a:p>
              <a:pPr algn="l">
                <a:lnSpc>
                  <a:spcPts val="3499"/>
                </a:lnSpc>
                <a:spcBef>
                  <a:spcPct val="0"/>
                </a:spcBef>
              </a:pPr>
              <a:endParaRPr/>
            </a:p>
          </p:txBody>
        </p:sp>
      </p:grpSp>
      <p:grpSp>
        <p:nvGrpSpPr>
          <p:cNvPr id="10" name="Group 10"/>
          <p:cNvGrpSpPr/>
          <p:nvPr/>
        </p:nvGrpSpPr>
        <p:grpSpPr>
          <a:xfrm>
            <a:off x="12321772" y="1391789"/>
            <a:ext cx="5489915" cy="2592015"/>
            <a:chOff x="0" y="0"/>
            <a:chExt cx="1740936" cy="821967"/>
          </a:xfrm>
        </p:grpSpPr>
        <p:sp>
          <p:nvSpPr>
            <p:cNvPr id="11" name="Freeform 11"/>
            <p:cNvSpPr/>
            <p:nvPr/>
          </p:nvSpPr>
          <p:spPr>
            <a:xfrm>
              <a:off x="0" y="0"/>
              <a:ext cx="1740936" cy="821967"/>
            </a:xfrm>
            <a:custGeom>
              <a:avLst/>
              <a:gdLst/>
              <a:ahLst/>
              <a:cxnLst/>
              <a:rect l="l" t="t" r="r" b="b"/>
              <a:pathLst>
                <a:path w="1740936" h="821967">
                  <a:moveTo>
                    <a:pt x="0" y="0"/>
                  </a:moveTo>
                  <a:lnTo>
                    <a:pt x="1740936" y="0"/>
                  </a:lnTo>
                  <a:lnTo>
                    <a:pt x="1740936" y="821967"/>
                  </a:lnTo>
                  <a:lnTo>
                    <a:pt x="0" y="821967"/>
                  </a:lnTo>
                  <a:close/>
                </a:path>
              </a:pathLst>
            </a:custGeom>
            <a:solidFill>
              <a:srgbClr val="0F4F36"/>
            </a:solidFill>
          </p:spPr>
        </p:sp>
        <p:sp>
          <p:nvSpPr>
            <p:cNvPr id="12" name="TextBox 12"/>
            <p:cNvSpPr txBox="1"/>
            <p:nvPr/>
          </p:nvSpPr>
          <p:spPr>
            <a:xfrm>
              <a:off x="0" y="-38100"/>
              <a:ext cx="1740936" cy="860067"/>
            </a:xfrm>
            <a:prstGeom prst="rect">
              <a:avLst/>
            </a:prstGeom>
          </p:spPr>
          <p:txBody>
            <a:bodyPr lIns="50800" tIns="50800" rIns="50800" bIns="50800" rtlCol="0" anchor="ctr"/>
            <a:lstStyle/>
            <a:p>
              <a:pPr algn="l">
                <a:lnSpc>
                  <a:spcPts val="3499"/>
                </a:lnSpc>
                <a:spcBef>
                  <a:spcPct val="0"/>
                </a:spcBef>
              </a:pPr>
              <a:endParaRPr/>
            </a:p>
          </p:txBody>
        </p:sp>
      </p:grpSp>
      <p:grpSp>
        <p:nvGrpSpPr>
          <p:cNvPr id="13" name="Group 13"/>
          <p:cNvGrpSpPr/>
          <p:nvPr/>
        </p:nvGrpSpPr>
        <p:grpSpPr>
          <a:xfrm>
            <a:off x="6877327" y="4117696"/>
            <a:ext cx="5258377" cy="3115556"/>
            <a:chOff x="0" y="0"/>
            <a:chExt cx="1667511" cy="987990"/>
          </a:xfrm>
        </p:grpSpPr>
        <p:sp>
          <p:nvSpPr>
            <p:cNvPr id="14" name="Freeform 14"/>
            <p:cNvSpPr/>
            <p:nvPr/>
          </p:nvSpPr>
          <p:spPr>
            <a:xfrm>
              <a:off x="0" y="0"/>
              <a:ext cx="1667511" cy="987990"/>
            </a:xfrm>
            <a:custGeom>
              <a:avLst/>
              <a:gdLst/>
              <a:ahLst/>
              <a:cxnLst/>
              <a:rect l="l" t="t" r="r" b="b"/>
              <a:pathLst>
                <a:path w="1667511" h="987990">
                  <a:moveTo>
                    <a:pt x="0" y="0"/>
                  </a:moveTo>
                  <a:lnTo>
                    <a:pt x="1667511" y="0"/>
                  </a:lnTo>
                  <a:lnTo>
                    <a:pt x="1667511" y="987990"/>
                  </a:lnTo>
                  <a:lnTo>
                    <a:pt x="0" y="987990"/>
                  </a:lnTo>
                  <a:close/>
                </a:path>
              </a:pathLst>
            </a:custGeom>
            <a:solidFill>
              <a:srgbClr val="0F4F36"/>
            </a:solidFill>
          </p:spPr>
        </p:sp>
        <p:sp>
          <p:nvSpPr>
            <p:cNvPr id="15" name="TextBox 15"/>
            <p:cNvSpPr txBox="1"/>
            <p:nvPr/>
          </p:nvSpPr>
          <p:spPr>
            <a:xfrm>
              <a:off x="0" y="-38100"/>
              <a:ext cx="1667511" cy="1026090"/>
            </a:xfrm>
            <a:prstGeom prst="rect">
              <a:avLst/>
            </a:prstGeom>
          </p:spPr>
          <p:txBody>
            <a:bodyPr lIns="50800" tIns="50800" rIns="50800" bIns="50800" rtlCol="0" anchor="ctr"/>
            <a:lstStyle/>
            <a:p>
              <a:pPr algn="l">
                <a:lnSpc>
                  <a:spcPts val="3499"/>
                </a:lnSpc>
                <a:spcBef>
                  <a:spcPct val="0"/>
                </a:spcBef>
              </a:pPr>
              <a:endParaRPr/>
            </a:p>
          </p:txBody>
        </p:sp>
      </p:grpSp>
      <p:grpSp>
        <p:nvGrpSpPr>
          <p:cNvPr id="16" name="Group 16"/>
          <p:cNvGrpSpPr/>
          <p:nvPr/>
        </p:nvGrpSpPr>
        <p:grpSpPr>
          <a:xfrm>
            <a:off x="12321772" y="4117696"/>
            <a:ext cx="5489915" cy="3115556"/>
            <a:chOff x="0" y="0"/>
            <a:chExt cx="1740936" cy="987990"/>
          </a:xfrm>
        </p:grpSpPr>
        <p:sp>
          <p:nvSpPr>
            <p:cNvPr id="17" name="Freeform 17"/>
            <p:cNvSpPr/>
            <p:nvPr/>
          </p:nvSpPr>
          <p:spPr>
            <a:xfrm>
              <a:off x="0" y="0"/>
              <a:ext cx="1740936" cy="987990"/>
            </a:xfrm>
            <a:custGeom>
              <a:avLst/>
              <a:gdLst/>
              <a:ahLst/>
              <a:cxnLst/>
              <a:rect l="l" t="t" r="r" b="b"/>
              <a:pathLst>
                <a:path w="1740936" h="987990">
                  <a:moveTo>
                    <a:pt x="0" y="0"/>
                  </a:moveTo>
                  <a:lnTo>
                    <a:pt x="1740936" y="0"/>
                  </a:lnTo>
                  <a:lnTo>
                    <a:pt x="1740936" y="987990"/>
                  </a:lnTo>
                  <a:lnTo>
                    <a:pt x="0" y="987990"/>
                  </a:lnTo>
                  <a:close/>
                </a:path>
              </a:pathLst>
            </a:custGeom>
            <a:solidFill>
              <a:srgbClr val="0F4F36"/>
            </a:solidFill>
          </p:spPr>
        </p:sp>
        <p:sp>
          <p:nvSpPr>
            <p:cNvPr id="18" name="TextBox 18"/>
            <p:cNvSpPr txBox="1"/>
            <p:nvPr/>
          </p:nvSpPr>
          <p:spPr>
            <a:xfrm>
              <a:off x="0" y="-38100"/>
              <a:ext cx="1740936" cy="1026090"/>
            </a:xfrm>
            <a:prstGeom prst="rect">
              <a:avLst/>
            </a:prstGeom>
          </p:spPr>
          <p:txBody>
            <a:bodyPr lIns="50800" tIns="50800" rIns="50800" bIns="50800" rtlCol="0" anchor="ctr"/>
            <a:lstStyle/>
            <a:p>
              <a:pPr algn="l">
                <a:lnSpc>
                  <a:spcPts val="3499"/>
                </a:lnSpc>
                <a:spcBef>
                  <a:spcPct val="0"/>
                </a:spcBef>
              </a:pPr>
              <a:endParaRPr/>
            </a:p>
          </p:txBody>
        </p:sp>
      </p:grpSp>
      <p:grpSp>
        <p:nvGrpSpPr>
          <p:cNvPr id="19" name="Group 19"/>
          <p:cNvGrpSpPr/>
          <p:nvPr/>
        </p:nvGrpSpPr>
        <p:grpSpPr>
          <a:xfrm>
            <a:off x="8073809" y="7385304"/>
            <a:ext cx="8780907" cy="2343133"/>
            <a:chOff x="0" y="0"/>
            <a:chExt cx="2784559" cy="743043"/>
          </a:xfrm>
        </p:grpSpPr>
        <p:sp>
          <p:nvSpPr>
            <p:cNvPr id="20" name="Freeform 20"/>
            <p:cNvSpPr/>
            <p:nvPr/>
          </p:nvSpPr>
          <p:spPr>
            <a:xfrm>
              <a:off x="0" y="0"/>
              <a:ext cx="2784559" cy="743043"/>
            </a:xfrm>
            <a:custGeom>
              <a:avLst/>
              <a:gdLst/>
              <a:ahLst/>
              <a:cxnLst/>
              <a:rect l="l" t="t" r="r" b="b"/>
              <a:pathLst>
                <a:path w="2784559" h="743043">
                  <a:moveTo>
                    <a:pt x="0" y="0"/>
                  </a:moveTo>
                  <a:lnTo>
                    <a:pt x="2784559" y="0"/>
                  </a:lnTo>
                  <a:lnTo>
                    <a:pt x="2784559" y="743043"/>
                  </a:lnTo>
                  <a:lnTo>
                    <a:pt x="0" y="743043"/>
                  </a:lnTo>
                  <a:close/>
                </a:path>
              </a:pathLst>
            </a:custGeom>
            <a:solidFill>
              <a:srgbClr val="0F4F36"/>
            </a:solidFill>
          </p:spPr>
        </p:sp>
        <p:sp>
          <p:nvSpPr>
            <p:cNvPr id="21" name="TextBox 21"/>
            <p:cNvSpPr txBox="1"/>
            <p:nvPr/>
          </p:nvSpPr>
          <p:spPr>
            <a:xfrm>
              <a:off x="0" y="-38100"/>
              <a:ext cx="2784559" cy="781143"/>
            </a:xfrm>
            <a:prstGeom prst="rect">
              <a:avLst/>
            </a:prstGeom>
          </p:spPr>
          <p:txBody>
            <a:bodyPr lIns="50800" tIns="50800" rIns="50800" bIns="50800" rtlCol="0" anchor="ctr"/>
            <a:lstStyle/>
            <a:p>
              <a:pPr algn="l">
                <a:lnSpc>
                  <a:spcPts val="3499"/>
                </a:lnSpc>
                <a:spcBef>
                  <a:spcPct val="0"/>
                </a:spcBef>
              </a:pPr>
              <a:endParaRPr/>
            </a:p>
          </p:txBody>
        </p:sp>
      </p:grpSp>
      <p:grpSp>
        <p:nvGrpSpPr>
          <p:cNvPr id="22" name="Group 22"/>
          <p:cNvGrpSpPr/>
          <p:nvPr/>
        </p:nvGrpSpPr>
        <p:grpSpPr>
          <a:xfrm>
            <a:off x="2049923" y="1077909"/>
            <a:ext cx="4578751" cy="8985617"/>
            <a:chOff x="0" y="0"/>
            <a:chExt cx="6105002" cy="11980823"/>
          </a:xfrm>
        </p:grpSpPr>
        <p:grpSp>
          <p:nvGrpSpPr>
            <p:cNvPr id="23" name="Group 23"/>
            <p:cNvGrpSpPr/>
            <p:nvPr/>
          </p:nvGrpSpPr>
          <p:grpSpPr>
            <a:xfrm>
              <a:off x="0" y="0"/>
              <a:ext cx="6105002" cy="11980823"/>
              <a:chOff x="0" y="0"/>
              <a:chExt cx="1483087" cy="2910499"/>
            </a:xfrm>
          </p:grpSpPr>
          <p:sp>
            <p:nvSpPr>
              <p:cNvPr id="24" name="Freeform 24"/>
              <p:cNvSpPr/>
              <p:nvPr/>
            </p:nvSpPr>
            <p:spPr>
              <a:xfrm>
                <a:off x="0" y="0"/>
                <a:ext cx="1483087" cy="2910499"/>
              </a:xfrm>
              <a:custGeom>
                <a:avLst/>
                <a:gdLst/>
                <a:ahLst/>
                <a:cxnLst/>
                <a:rect l="l" t="t" r="r" b="b"/>
                <a:pathLst>
                  <a:path w="1483087" h="2910499">
                    <a:moveTo>
                      <a:pt x="0" y="0"/>
                    </a:moveTo>
                    <a:lnTo>
                      <a:pt x="1483087" y="0"/>
                    </a:lnTo>
                    <a:lnTo>
                      <a:pt x="1483087" y="2910499"/>
                    </a:lnTo>
                    <a:lnTo>
                      <a:pt x="0" y="2910499"/>
                    </a:lnTo>
                    <a:close/>
                  </a:path>
                </a:pathLst>
              </a:custGeom>
              <a:solidFill>
                <a:srgbClr val="E5EEB9"/>
              </a:solidFill>
            </p:spPr>
          </p:sp>
          <p:sp>
            <p:nvSpPr>
              <p:cNvPr id="25" name="TextBox 25"/>
              <p:cNvSpPr txBox="1"/>
              <p:nvPr/>
            </p:nvSpPr>
            <p:spPr>
              <a:xfrm>
                <a:off x="0" y="-57150"/>
                <a:ext cx="1483087" cy="2967649"/>
              </a:xfrm>
              <a:prstGeom prst="rect">
                <a:avLst/>
              </a:prstGeom>
            </p:spPr>
            <p:txBody>
              <a:bodyPr lIns="51815" tIns="51815" rIns="51815" bIns="51815" rtlCol="0" anchor="ctr"/>
              <a:lstStyle/>
              <a:p>
                <a:pPr algn="l">
                  <a:lnSpc>
                    <a:spcPts val="3220"/>
                  </a:lnSpc>
                  <a:spcBef>
                    <a:spcPct val="0"/>
                  </a:spcBef>
                </a:pPr>
                <a:endParaRPr/>
              </a:p>
            </p:txBody>
          </p:sp>
        </p:grpSp>
        <p:grpSp>
          <p:nvGrpSpPr>
            <p:cNvPr id="26" name="Group 26"/>
            <p:cNvGrpSpPr/>
            <p:nvPr/>
          </p:nvGrpSpPr>
          <p:grpSpPr>
            <a:xfrm>
              <a:off x="239312" y="6862095"/>
              <a:ext cx="5677178" cy="4928475"/>
              <a:chOff x="0" y="0"/>
              <a:chExt cx="1329191" cy="1153898"/>
            </a:xfrm>
          </p:grpSpPr>
          <p:sp>
            <p:nvSpPr>
              <p:cNvPr id="27" name="Freeform 27"/>
              <p:cNvSpPr/>
              <p:nvPr/>
            </p:nvSpPr>
            <p:spPr>
              <a:xfrm>
                <a:off x="0" y="0"/>
                <a:ext cx="1329191" cy="1153898"/>
              </a:xfrm>
              <a:custGeom>
                <a:avLst/>
                <a:gdLst/>
                <a:ahLst/>
                <a:cxnLst/>
                <a:rect l="l" t="t" r="r" b="b"/>
                <a:pathLst>
                  <a:path w="1329191" h="1153898">
                    <a:moveTo>
                      <a:pt x="0" y="0"/>
                    </a:moveTo>
                    <a:lnTo>
                      <a:pt x="1329191" y="0"/>
                    </a:lnTo>
                    <a:lnTo>
                      <a:pt x="1329191" y="1153898"/>
                    </a:lnTo>
                    <a:lnTo>
                      <a:pt x="0" y="1153898"/>
                    </a:lnTo>
                    <a:close/>
                  </a:path>
                </a:pathLst>
              </a:custGeom>
              <a:solidFill>
                <a:srgbClr val="CADC72"/>
              </a:solidFill>
            </p:spPr>
          </p:sp>
          <p:sp>
            <p:nvSpPr>
              <p:cNvPr id="28" name="TextBox 28"/>
              <p:cNvSpPr txBox="1"/>
              <p:nvPr/>
            </p:nvSpPr>
            <p:spPr>
              <a:xfrm>
                <a:off x="0" y="-57150"/>
                <a:ext cx="1329191" cy="1211048"/>
              </a:xfrm>
              <a:prstGeom prst="rect">
                <a:avLst/>
              </a:prstGeom>
            </p:spPr>
            <p:txBody>
              <a:bodyPr lIns="51815" tIns="51815" rIns="51815" bIns="51815" rtlCol="0" anchor="ctr"/>
              <a:lstStyle/>
              <a:p>
                <a:pPr algn="l">
                  <a:lnSpc>
                    <a:spcPts val="3220"/>
                  </a:lnSpc>
                  <a:spcBef>
                    <a:spcPct val="0"/>
                  </a:spcBef>
                </a:pPr>
                <a:endParaRPr/>
              </a:p>
            </p:txBody>
          </p:sp>
        </p:grpSp>
        <p:sp>
          <p:nvSpPr>
            <p:cNvPr id="29" name="Freeform 29"/>
            <p:cNvSpPr/>
            <p:nvPr/>
          </p:nvSpPr>
          <p:spPr>
            <a:xfrm flipH="1">
              <a:off x="1313017" y="82192"/>
              <a:ext cx="3603659" cy="4110206"/>
            </a:xfrm>
            <a:custGeom>
              <a:avLst/>
              <a:gdLst/>
              <a:ahLst/>
              <a:cxnLst/>
              <a:rect l="l" t="t" r="r" b="b"/>
              <a:pathLst>
                <a:path w="3603659" h="4110206">
                  <a:moveTo>
                    <a:pt x="3603658" y="0"/>
                  </a:moveTo>
                  <a:lnTo>
                    <a:pt x="0" y="0"/>
                  </a:lnTo>
                  <a:lnTo>
                    <a:pt x="0" y="4110206"/>
                  </a:lnTo>
                  <a:lnTo>
                    <a:pt x="3603658" y="4110206"/>
                  </a:lnTo>
                  <a:lnTo>
                    <a:pt x="3603658" y="0"/>
                  </a:lnTo>
                  <a:close/>
                </a:path>
              </a:pathLst>
            </a:custGeom>
            <a:blipFill>
              <a:blip r:embed="rId5"/>
              <a:stretch>
                <a:fillRect t="-5885" r="-640"/>
              </a:stretch>
            </a:blipFill>
            <a:ln cap="sq">
              <a:noFill/>
              <a:prstDash val="solid"/>
              <a:miter/>
            </a:ln>
          </p:spPr>
        </p:sp>
      </p:grpSp>
      <p:sp>
        <p:nvSpPr>
          <p:cNvPr id="30" name="TextBox 30"/>
          <p:cNvSpPr txBox="1"/>
          <p:nvPr/>
        </p:nvSpPr>
        <p:spPr>
          <a:xfrm>
            <a:off x="1820321" y="4179215"/>
            <a:ext cx="5037957" cy="762000"/>
          </a:xfrm>
          <a:prstGeom prst="rect">
            <a:avLst/>
          </a:prstGeom>
        </p:spPr>
        <p:txBody>
          <a:bodyPr lIns="0" tIns="0" rIns="0" bIns="0" rtlCol="0" anchor="t">
            <a:spAutoFit/>
          </a:bodyPr>
          <a:lstStyle/>
          <a:p>
            <a:pPr algn="ctr">
              <a:lnSpc>
                <a:spcPts val="6299"/>
              </a:lnSpc>
            </a:pPr>
            <a:r>
              <a:rPr lang="en-US" sz="4500" b="1">
                <a:solidFill>
                  <a:srgbClr val="0F4F36"/>
                </a:solidFill>
                <a:latin typeface="Playfair Display Bold"/>
                <a:ea typeface="Playfair Display Bold"/>
                <a:cs typeface="Playfair Display Bold"/>
                <a:sym typeface="Playfair Display Bold"/>
              </a:rPr>
              <a:t>Sara Ahmed</a:t>
            </a:r>
          </a:p>
        </p:txBody>
      </p:sp>
      <p:sp>
        <p:nvSpPr>
          <p:cNvPr id="31" name="TextBox 31"/>
          <p:cNvSpPr txBox="1"/>
          <p:nvPr/>
        </p:nvSpPr>
        <p:spPr>
          <a:xfrm>
            <a:off x="3804336" y="6324711"/>
            <a:ext cx="1148664" cy="412750"/>
          </a:xfrm>
          <a:prstGeom prst="rect">
            <a:avLst/>
          </a:prstGeom>
        </p:spPr>
        <p:txBody>
          <a:bodyPr wrap="square" lIns="0" tIns="0" rIns="0" bIns="0" rtlCol="0" anchor="t">
            <a:spAutoFit/>
          </a:bodyPr>
          <a:lstStyle/>
          <a:p>
            <a:pPr algn="ctr">
              <a:lnSpc>
                <a:spcPts val="3499"/>
              </a:lnSpc>
            </a:pPr>
            <a:r>
              <a:rPr lang="en-US" sz="2499" b="1" dirty="0">
                <a:solidFill>
                  <a:srgbClr val="0F4F36"/>
                </a:solidFill>
                <a:latin typeface="Playfair Display Bold"/>
                <a:ea typeface="Playfair Display Bold"/>
                <a:cs typeface="Playfair Display Bold"/>
                <a:sym typeface="Playfair Display Bold"/>
              </a:rPr>
              <a:t>Age: </a:t>
            </a:r>
            <a:r>
              <a:rPr lang="en-US" sz="2499" dirty="0">
                <a:solidFill>
                  <a:srgbClr val="0F4F36"/>
                </a:solidFill>
                <a:latin typeface="Playfair Display"/>
                <a:ea typeface="Playfair Display"/>
                <a:cs typeface="Playfair Display"/>
                <a:sym typeface="Playfair Display"/>
              </a:rPr>
              <a:t>20</a:t>
            </a:r>
          </a:p>
        </p:txBody>
      </p:sp>
      <p:sp>
        <p:nvSpPr>
          <p:cNvPr id="32" name="TextBox 32"/>
          <p:cNvSpPr txBox="1"/>
          <p:nvPr/>
        </p:nvSpPr>
        <p:spPr>
          <a:xfrm>
            <a:off x="3269333" y="6825331"/>
            <a:ext cx="2451867" cy="412750"/>
          </a:xfrm>
          <a:prstGeom prst="rect">
            <a:avLst/>
          </a:prstGeom>
        </p:spPr>
        <p:txBody>
          <a:bodyPr wrap="square" lIns="0" tIns="0" rIns="0" bIns="0" rtlCol="0" anchor="t">
            <a:spAutoFit/>
          </a:bodyPr>
          <a:lstStyle/>
          <a:p>
            <a:pPr algn="ctr">
              <a:lnSpc>
                <a:spcPts val="3499"/>
              </a:lnSpc>
            </a:pPr>
            <a:r>
              <a:rPr lang="en-US" sz="2499" b="1" dirty="0">
                <a:solidFill>
                  <a:srgbClr val="0F4F36"/>
                </a:solidFill>
                <a:latin typeface="Playfair Display Bold"/>
                <a:ea typeface="Playfair Display Bold"/>
                <a:cs typeface="Playfair Display Bold"/>
                <a:sym typeface="Playfair Display Bold"/>
              </a:rPr>
              <a:t>Gender: </a:t>
            </a:r>
            <a:r>
              <a:rPr lang="en-US" sz="2499" dirty="0">
                <a:solidFill>
                  <a:srgbClr val="0F4F36"/>
                </a:solidFill>
                <a:latin typeface="Playfair Display"/>
                <a:ea typeface="Playfair Display"/>
                <a:cs typeface="Playfair Display"/>
                <a:sym typeface="Playfair Display"/>
              </a:rPr>
              <a:t>Female</a:t>
            </a:r>
          </a:p>
        </p:txBody>
      </p:sp>
      <p:sp>
        <p:nvSpPr>
          <p:cNvPr id="33" name="TextBox 33"/>
          <p:cNvSpPr txBox="1"/>
          <p:nvPr/>
        </p:nvSpPr>
        <p:spPr>
          <a:xfrm>
            <a:off x="2508660" y="7314217"/>
            <a:ext cx="3792016" cy="850900"/>
          </a:xfrm>
          <a:prstGeom prst="rect">
            <a:avLst/>
          </a:prstGeom>
        </p:spPr>
        <p:txBody>
          <a:bodyPr lIns="0" tIns="0" rIns="0" bIns="0" rtlCol="0" anchor="t">
            <a:spAutoFit/>
          </a:bodyPr>
          <a:lstStyle/>
          <a:p>
            <a:pPr algn="ctr">
              <a:lnSpc>
                <a:spcPts val="3499"/>
              </a:lnSpc>
            </a:pPr>
            <a:r>
              <a:rPr lang="en-US" sz="2499" b="1">
                <a:solidFill>
                  <a:srgbClr val="0F4F36"/>
                </a:solidFill>
                <a:latin typeface="Playfair Display Bold"/>
                <a:ea typeface="Playfair Display Bold"/>
                <a:cs typeface="Playfair Display Bold"/>
                <a:sym typeface="Playfair Display Bold"/>
              </a:rPr>
              <a:t>Location: </a:t>
            </a:r>
            <a:r>
              <a:rPr lang="en-US" sz="2499">
                <a:solidFill>
                  <a:srgbClr val="0F4F36"/>
                </a:solidFill>
                <a:latin typeface="Playfair Display"/>
                <a:ea typeface="Playfair Display"/>
                <a:cs typeface="Playfair Display"/>
                <a:sym typeface="Playfair Display"/>
              </a:rPr>
              <a:t>Mansoura, Dakahlia</a:t>
            </a:r>
          </a:p>
        </p:txBody>
      </p:sp>
      <p:sp>
        <p:nvSpPr>
          <p:cNvPr id="34" name="TextBox 34"/>
          <p:cNvSpPr txBox="1"/>
          <p:nvPr/>
        </p:nvSpPr>
        <p:spPr>
          <a:xfrm>
            <a:off x="2583392" y="8127017"/>
            <a:ext cx="3726809" cy="850900"/>
          </a:xfrm>
          <a:prstGeom prst="rect">
            <a:avLst/>
          </a:prstGeom>
        </p:spPr>
        <p:txBody>
          <a:bodyPr lIns="0" tIns="0" rIns="0" bIns="0" rtlCol="0" anchor="t">
            <a:spAutoFit/>
          </a:bodyPr>
          <a:lstStyle/>
          <a:p>
            <a:pPr algn="ctr">
              <a:lnSpc>
                <a:spcPts val="3499"/>
              </a:lnSpc>
              <a:spcBef>
                <a:spcPct val="0"/>
              </a:spcBef>
            </a:pPr>
            <a:r>
              <a:rPr lang="en-US" sz="2499" b="1">
                <a:solidFill>
                  <a:srgbClr val="0F4F36"/>
                </a:solidFill>
                <a:latin typeface="Playfair Display Bold"/>
                <a:ea typeface="Playfair Display Bold"/>
                <a:cs typeface="Playfair Display Bold"/>
                <a:sym typeface="Playfair Display Bold"/>
              </a:rPr>
              <a:t>Personality: </a:t>
            </a:r>
            <a:r>
              <a:rPr lang="en-US" sz="2499">
                <a:solidFill>
                  <a:srgbClr val="0F4F36"/>
                </a:solidFill>
                <a:latin typeface="Playfair Display"/>
                <a:ea typeface="Playfair Display"/>
                <a:cs typeface="Playfair Display"/>
                <a:sym typeface="Playfair Display"/>
              </a:rPr>
              <a:t>Extrovert, Thinking </a:t>
            </a:r>
          </a:p>
        </p:txBody>
      </p:sp>
      <p:sp>
        <p:nvSpPr>
          <p:cNvPr id="35" name="TextBox 35"/>
          <p:cNvSpPr txBox="1"/>
          <p:nvPr/>
        </p:nvSpPr>
        <p:spPr>
          <a:xfrm>
            <a:off x="2508660" y="8945749"/>
            <a:ext cx="3766987" cy="850900"/>
          </a:xfrm>
          <a:prstGeom prst="rect">
            <a:avLst/>
          </a:prstGeom>
        </p:spPr>
        <p:txBody>
          <a:bodyPr lIns="0" tIns="0" rIns="0" bIns="0" rtlCol="0" anchor="t">
            <a:spAutoFit/>
          </a:bodyPr>
          <a:lstStyle/>
          <a:p>
            <a:pPr marL="0" lvl="0" indent="0" algn="ctr">
              <a:lnSpc>
                <a:spcPts val="3499"/>
              </a:lnSpc>
              <a:spcBef>
                <a:spcPct val="0"/>
              </a:spcBef>
            </a:pPr>
            <a:r>
              <a:rPr lang="en-US" sz="2499" b="1">
                <a:solidFill>
                  <a:srgbClr val="0F4F36"/>
                </a:solidFill>
                <a:latin typeface="Playfair Display Bold"/>
                <a:ea typeface="Playfair Display Bold"/>
                <a:cs typeface="Playfair Display Bold"/>
                <a:sym typeface="Playfair Display Bold"/>
              </a:rPr>
              <a:t>U</a:t>
            </a:r>
            <a:r>
              <a:rPr lang="en-US" sz="2499" b="1" u="none" strike="noStrike">
                <a:solidFill>
                  <a:srgbClr val="0F4F36"/>
                </a:solidFill>
                <a:latin typeface="Playfair Display Bold"/>
                <a:ea typeface="Playfair Display Bold"/>
                <a:cs typeface="Playfair Display Bold"/>
                <a:sym typeface="Playfair Display Bold"/>
              </a:rPr>
              <a:t>niversity student, Business Administration</a:t>
            </a:r>
          </a:p>
        </p:txBody>
      </p:sp>
      <p:sp>
        <p:nvSpPr>
          <p:cNvPr id="36" name="TextBox 36"/>
          <p:cNvSpPr txBox="1"/>
          <p:nvPr/>
        </p:nvSpPr>
        <p:spPr>
          <a:xfrm>
            <a:off x="6999554" y="1469231"/>
            <a:ext cx="4965956" cy="2165350"/>
          </a:xfrm>
          <a:prstGeom prst="rect">
            <a:avLst/>
          </a:prstGeom>
        </p:spPr>
        <p:txBody>
          <a:bodyPr lIns="0" tIns="0" rIns="0" bIns="0" rtlCol="0" anchor="t">
            <a:spAutoFit/>
          </a:bodyPr>
          <a:lstStyle/>
          <a:p>
            <a:pPr algn="l">
              <a:lnSpc>
                <a:spcPts val="3499"/>
              </a:lnSpc>
            </a:pPr>
            <a:r>
              <a:rPr lang="en-US" sz="2499" b="1" u="none" strike="noStrike">
                <a:solidFill>
                  <a:srgbClr val="E5EEB9"/>
                </a:solidFill>
                <a:latin typeface="Playfair Display Bold"/>
                <a:ea typeface="Playfair Display Bold"/>
                <a:cs typeface="Playfair Display Bold"/>
                <a:sym typeface="Playfair Display Bold"/>
              </a:rPr>
              <a:t>Bio:</a:t>
            </a:r>
          </a:p>
          <a:p>
            <a:pPr algn="l">
              <a:lnSpc>
                <a:spcPts val="3499"/>
              </a:lnSpc>
            </a:pPr>
            <a:r>
              <a:rPr lang="en-US" sz="2499" b="1" u="none" strike="noStrike">
                <a:solidFill>
                  <a:srgbClr val="E5EEB9"/>
                </a:solidFill>
                <a:latin typeface="Playfair Display Bold"/>
                <a:ea typeface="Playfair Display Bold"/>
                <a:cs typeface="Playfair Display Bold"/>
                <a:sym typeface="Playfair Display Bold"/>
              </a:rPr>
              <a:t>Passionate about self-development and volunteering; seeks hands-on leadership roles and workshops to build her CV.</a:t>
            </a:r>
          </a:p>
        </p:txBody>
      </p:sp>
      <p:sp>
        <p:nvSpPr>
          <p:cNvPr id="37" name="TextBox 37"/>
          <p:cNvSpPr txBox="1"/>
          <p:nvPr/>
        </p:nvSpPr>
        <p:spPr>
          <a:xfrm>
            <a:off x="6977670" y="4098646"/>
            <a:ext cx="5258377" cy="3041650"/>
          </a:xfrm>
          <a:prstGeom prst="rect">
            <a:avLst/>
          </a:prstGeom>
        </p:spPr>
        <p:txBody>
          <a:bodyPr lIns="0" tIns="0" rIns="0" bIns="0" rtlCol="0" anchor="t">
            <a:spAutoFit/>
          </a:bodyPr>
          <a:lstStyle/>
          <a:p>
            <a:pPr algn="l">
              <a:lnSpc>
                <a:spcPts val="3499"/>
              </a:lnSpc>
            </a:pPr>
            <a:r>
              <a:rPr lang="en-US" sz="2499" b="1">
                <a:solidFill>
                  <a:srgbClr val="E5EEB9"/>
                </a:solidFill>
                <a:latin typeface="Playfair Display Bold"/>
                <a:ea typeface="Playfair Display Bold"/>
                <a:cs typeface="Playfair Display Bold"/>
                <a:sym typeface="Playfair Display Bold"/>
              </a:rPr>
              <a:t>Frustrat</a:t>
            </a:r>
            <a:r>
              <a:rPr lang="en-US" sz="2499" b="1" u="none" strike="noStrike">
                <a:solidFill>
                  <a:srgbClr val="E5EEB9"/>
                </a:solidFill>
                <a:latin typeface="Playfair Display Bold"/>
                <a:ea typeface="Playfair Display Bold"/>
                <a:cs typeface="Playfair Display Bold"/>
                <a:sym typeface="Playfair Display Bold"/>
              </a:rPr>
              <a:t>ions:</a:t>
            </a:r>
          </a:p>
          <a:p>
            <a:pPr marL="539749" lvl="1" indent="-269875" algn="l">
              <a:lnSpc>
                <a:spcPts val="3499"/>
              </a:lnSpc>
              <a:buFont typeface="Arial"/>
              <a:buChar char="•"/>
            </a:pPr>
            <a:r>
              <a:rPr lang="en-US" sz="2499" b="1" u="none" strike="noStrike">
                <a:solidFill>
                  <a:srgbClr val="E5EEB9"/>
                </a:solidFill>
                <a:latin typeface="Playfair Display Bold"/>
                <a:ea typeface="Playfair Display Bold"/>
                <a:cs typeface="Playfair Display Bold"/>
                <a:sym typeface="Playfair Display Bold"/>
              </a:rPr>
              <a:t>Limited access to extracurricular activities </a:t>
            </a:r>
          </a:p>
          <a:p>
            <a:pPr marL="539749" lvl="1" indent="-269875" algn="l">
              <a:lnSpc>
                <a:spcPts val="3499"/>
              </a:lnSpc>
              <a:buFont typeface="Arial"/>
              <a:buChar char="•"/>
            </a:pPr>
            <a:r>
              <a:rPr lang="en-US" sz="2499" b="1" u="none" strike="noStrike">
                <a:solidFill>
                  <a:srgbClr val="E5EEB9"/>
                </a:solidFill>
                <a:latin typeface="Playfair Display Bold"/>
                <a:ea typeface="Playfair Display Bold"/>
                <a:cs typeface="Playfair Display Bold"/>
                <a:sym typeface="Playfair Display Bold"/>
              </a:rPr>
              <a:t>Lack of guidance about career paths </a:t>
            </a:r>
          </a:p>
          <a:p>
            <a:pPr marL="539749" lvl="1" indent="-269875" algn="l">
              <a:lnSpc>
                <a:spcPts val="3499"/>
              </a:lnSpc>
              <a:buFont typeface="Arial"/>
              <a:buChar char="•"/>
            </a:pPr>
            <a:r>
              <a:rPr lang="en-US" sz="2499" b="1" u="none" strike="noStrike">
                <a:solidFill>
                  <a:srgbClr val="E5EEB9"/>
                </a:solidFill>
                <a:latin typeface="Playfair Display Bold"/>
                <a:ea typeface="Playfair Display Bold"/>
                <a:cs typeface="Playfair Display Bold"/>
                <a:sym typeface="Playfair Display Bold"/>
              </a:rPr>
              <a:t>Few opportunities for skill development before university</a:t>
            </a:r>
          </a:p>
        </p:txBody>
      </p:sp>
      <p:sp>
        <p:nvSpPr>
          <p:cNvPr id="38" name="TextBox 38"/>
          <p:cNvSpPr txBox="1"/>
          <p:nvPr/>
        </p:nvSpPr>
        <p:spPr>
          <a:xfrm>
            <a:off x="12409281" y="4181707"/>
            <a:ext cx="5511394" cy="2603500"/>
          </a:xfrm>
          <a:prstGeom prst="rect">
            <a:avLst/>
          </a:prstGeom>
        </p:spPr>
        <p:txBody>
          <a:bodyPr lIns="0" tIns="0" rIns="0" bIns="0" rtlCol="0" anchor="t">
            <a:spAutoFit/>
          </a:bodyPr>
          <a:lstStyle/>
          <a:p>
            <a:pPr algn="l">
              <a:lnSpc>
                <a:spcPts val="3499"/>
              </a:lnSpc>
            </a:pPr>
            <a:r>
              <a:rPr lang="en-US" sz="2499" b="1">
                <a:solidFill>
                  <a:srgbClr val="E5EEB9"/>
                </a:solidFill>
                <a:latin typeface="Playfair Display Bold"/>
                <a:ea typeface="Playfair Display Bold"/>
                <a:cs typeface="Playfair Display Bold"/>
                <a:sym typeface="Playfair Display Bold"/>
              </a:rPr>
              <a:t>Behav</a:t>
            </a:r>
            <a:r>
              <a:rPr lang="en-US" sz="2499" b="1" u="none" strike="noStrike">
                <a:solidFill>
                  <a:srgbClr val="E5EEB9"/>
                </a:solidFill>
                <a:latin typeface="Playfair Display Bold"/>
                <a:ea typeface="Playfair Display Bold"/>
                <a:cs typeface="Playfair Display Bold"/>
                <a:sym typeface="Playfair Display Bold"/>
              </a:rPr>
              <a:t>ior:</a:t>
            </a:r>
          </a:p>
          <a:p>
            <a:pPr marL="539749" lvl="1" indent="-269875" algn="l">
              <a:lnSpc>
                <a:spcPts val="3499"/>
              </a:lnSpc>
              <a:buFont typeface="Arial"/>
              <a:buChar char="•"/>
            </a:pPr>
            <a:r>
              <a:rPr lang="en-US" sz="2499" b="1" u="none" strike="noStrike">
                <a:solidFill>
                  <a:srgbClr val="E5EEB9"/>
                </a:solidFill>
                <a:latin typeface="Playfair Display Bold"/>
                <a:ea typeface="Playfair Display Bold"/>
                <a:cs typeface="Playfair Display Bold"/>
                <a:sym typeface="Playfair Display Bold"/>
              </a:rPr>
              <a:t>Checks Facebook and Instagram daily </a:t>
            </a:r>
          </a:p>
          <a:p>
            <a:pPr marL="539749" lvl="1" indent="-269875" algn="l">
              <a:lnSpc>
                <a:spcPts val="3499"/>
              </a:lnSpc>
              <a:buFont typeface="Arial"/>
              <a:buChar char="•"/>
            </a:pPr>
            <a:r>
              <a:rPr lang="en-US" sz="2499" b="1" u="none" strike="noStrike">
                <a:solidFill>
                  <a:srgbClr val="E5EEB9"/>
                </a:solidFill>
                <a:latin typeface="Playfair Display Bold"/>
                <a:ea typeface="Playfair Display Bold"/>
                <a:cs typeface="Playfair Display Bold"/>
                <a:sym typeface="Playfair Display Bold"/>
              </a:rPr>
              <a:t>Watches Reels and short videos </a:t>
            </a:r>
          </a:p>
          <a:p>
            <a:pPr marL="539749" lvl="1" indent="-269875" algn="l">
              <a:lnSpc>
                <a:spcPts val="3499"/>
              </a:lnSpc>
              <a:buFont typeface="Arial"/>
              <a:buChar char="•"/>
            </a:pPr>
            <a:r>
              <a:rPr lang="en-US" sz="2499" b="1" u="none" strike="noStrike">
                <a:solidFill>
                  <a:srgbClr val="E5EEB9"/>
                </a:solidFill>
                <a:latin typeface="Playfair Display Bold"/>
                <a:ea typeface="Playfair Display Bold"/>
                <a:cs typeface="Playfair Display Bold"/>
                <a:sym typeface="Playfair Display Bold"/>
              </a:rPr>
              <a:t>Participates in polls and contests </a:t>
            </a:r>
          </a:p>
          <a:p>
            <a:pPr marL="539749" lvl="1" indent="-269875" algn="l">
              <a:lnSpc>
                <a:spcPts val="3499"/>
              </a:lnSpc>
              <a:buFont typeface="Arial"/>
              <a:buChar char="•"/>
            </a:pPr>
            <a:r>
              <a:rPr lang="en-US" sz="2499" b="1" u="none" strike="noStrike">
                <a:solidFill>
                  <a:srgbClr val="E5EEB9"/>
                </a:solidFill>
                <a:latin typeface="Playfair Display Bold"/>
                <a:ea typeface="Playfair Display Bold"/>
                <a:cs typeface="Playfair Display Bold"/>
                <a:sym typeface="Playfair Display Bold"/>
              </a:rPr>
              <a:t>Shares useful posts with friends</a:t>
            </a:r>
          </a:p>
        </p:txBody>
      </p:sp>
      <p:sp>
        <p:nvSpPr>
          <p:cNvPr id="39" name="TextBox 39"/>
          <p:cNvSpPr txBox="1"/>
          <p:nvPr/>
        </p:nvSpPr>
        <p:spPr>
          <a:xfrm>
            <a:off x="12409281" y="1490821"/>
            <a:ext cx="5706856" cy="2165350"/>
          </a:xfrm>
          <a:prstGeom prst="rect">
            <a:avLst/>
          </a:prstGeom>
        </p:spPr>
        <p:txBody>
          <a:bodyPr lIns="0" tIns="0" rIns="0" bIns="0" rtlCol="0" anchor="t">
            <a:spAutoFit/>
          </a:bodyPr>
          <a:lstStyle/>
          <a:p>
            <a:pPr algn="l">
              <a:lnSpc>
                <a:spcPts val="3499"/>
              </a:lnSpc>
            </a:pPr>
            <a:r>
              <a:rPr lang="en-US" sz="2499" b="1">
                <a:solidFill>
                  <a:srgbClr val="E5EEB9"/>
                </a:solidFill>
                <a:latin typeface="Playfair Display Bold"/>
                <a:ea typeface="Playfair Display Bold"/>
                <a:cs typeface="Playfair Display Bold"/>
                <a:sym typeface="Playfair Display Bold"/>
              </a:rPr>
              <a:t>Motivat</a:t>
            </a:r>
            <a:r>
              <a:rPr lang="en-US" sz="2499" b="1" u="none" strike="noStrike">
                <a:solidFill>
                  <a:srgbClr val="E5EEB9"/>
                </a:solidFill>
                <a:latin typeface="Playfair Display Bold"/>
                <a:ea typeface="Playfair Display Bold"/>
                <a:cs typeface="Playfair Display Bold"/>
                <a:sym typeface="Playfair Display Bold"/>
              </a:rPr>
              <a:t>ions:</a:t>
            </a:r>
          </a:p>
          <a:p>
            <a:pPr marL="539749" lvl="1" indent="-269875" algn="l">
              <a:lnSpc>
                <a:spcPts val="3499"/>
              </a:lnSpc>
              <a:buFont typeface="Arial"/>
              <a:buChar char="•"/>
            </a:pPr>
            <a:r>
              <a:rPr lang="en-US" sz="2499" b="1" u="none" strike="noStrike">
                <a:solidFill>
                  <a:srgbClr val="E5EEB9"/>
                </a:solidFill>
                <a:latin typeface="Playfair Display Bold"/>
                <a:ea typeface="Playfair Display Bold"/>
                <a:cs typeface="Playfair Display Bold"/>
                <a:sym typeface="Playfair Display Bold"/>
              </a:rPr>
              <a:t>Personal development </a:t>
            </a:r>
          </a:p>
          <a:p>
            <a:pPr marL="539749" lvl="1" indent="-269875" algn="l">
              <a:lnSpc>
                <a:spcPts val="3499"/>
              </a:lnSpc>
              <a:buFont typeface="Arial"/>
              <a:buChar char="•"/>
            </a:pPr>
            <a:r>
              <a:rPr lang="en-US" sz="2499" b="1" u="none" strike="noStrike">
                <a:solidFill>
                  <a:srgbClr val="E5EEB9"/>
                </a:solidFill>
                <a:latin typeface="Playfair Display Bold"/>
                <a:ea typeface="Playfair Display Bold"/>
                <a:cs typeface="Playfair Display Bold"/>
                <a:sym typeface="Playfair Display Bold"/>
              </a:rPr>
              <a:t>Volunteering </a:t>
            </a:r>
          </a:p>
          <a:p>
            <a:pPr marL="539749" lvl="1" indent="-269875" algn="l">
              <a:lnSpc>
                <a:spcPts val="3499"/>
              </a:lnSpc>
              <a:buFont typeface="Arial"/>
              <a:buChar char="•"/>
            </a:pPr>
            <a:r>
              <a:rPr lang="en-US" sz="2499" b="1" u="none" strike="noStrike">
                <a:solidFill>
                  <a:srgbClr val="E5EEB9"/>
                </a:solidFill>
                <a:latin typeface="Playfair Display Bold"/>
                <a:ea typeface="Playfair Display Bold"/>
                <a:cs typeface="Playfair Display Bold"/>
                <a:sym typeface="Playfair Display Bold"/>
              </a:rPr>
              <a:t>Technology and social media </a:t>
            </a:r>
          </a:p>
          <a:p>
            <a:pPr marL="539749" lvl="1" indent="-269875" algn="l">
              <a:lnSpc>
                <a:spcPts val="3499"/>
              </a:lnSpc>
              <a:buFont typeface="Arial"/>
              <a:buChar char="•"/>
            </a:pPr>
            <a:r>
              <a:rPr lang="en-US" sz="2499" b="1" u="none" strike="noStrike">
                <a:solidFill>
                  <a:srgbClr val="E5EEB9"/>
                </a:solidFill>
                <a:latin typeface="Playfair Display Bold"/>
                <a:ea typeface="Playfair Display Bold"/>
                <a:cs typeface="Playfair Display Bold"/>
                <a:sym typeface="Playfair Display Bold"/>
              </a:rPr>
              <a:t>Career growth opportunities</a:t>
            </a:r>
          </a:p>
        </p:txBody>
      </p:sp>
      <p:sp>
        <p:nvSpPr>
          <p:cNvPr id="40" name="TextBox 40"/>
          <p:cNvSpPr txBox="1"/>
          <p:nvPr/>
        </p:nvSpPr>
        <p:spPr>
          <a:xfrm>
            <a:off x="8315378" y="7404354"/>
            <a:ext cx="9505833" cy="2165350"/>
          </a:xfrm>
          <a:prstGeom prst="rect">
            <a:avLst/>
          </a:prstGeom>
        </p:spPr>
        <p:txBody>
          <a:bodyPr lIns="0" tIns="0" rIns="0" bIns="0" rtlCol="0" anchor="t">
            <a:spAutoFit/>
          </a:bodyPr>
          <a:lstStyle/>
          <a:p>
            <a:pPr algn="l">
              <a:lnSpc>
                <a:spcPts val="3499"/>
              </a:lnSpc>
            </a:pPr>
            <a:r>
              <a:rPr lang="en-US" sz="2499" b="1">
                <a:solidFill>
                  <a:srgbClr val="E5EEB9"/>
                </a:solidFill>
                <a:latin typeface="Playfair Display Bold"/>
                <a:ea typeface="Playfair Display Bold"/>
                <a:cs typeface="Playfair Display Bold"/>
                <a:sym typeface="Playfair Display Bold"/>
              </a:rPr>
              <a:t>G</a:t>
            </a:r>
            <a:r>
              <a:rPr lang="en-US" sz="2499" b="1" u="none" strike="noStrike">
                <a:solidFill>
                  <a:srgbClr val="E5EEB9"/>
                </a:solidFill>
                <a:latin typeface="Playfair Display Bold"/>
                <a:ea typeface="Playfair Display Bold"/>
                <a:cs typeface="Playfair Display Bold"/>
                <a:sym typeface="Playfair Display Bold"/>
              </a:rPr>
              <a:t>oals:</a:t>
            </a:r>
          </a:p>
          <a:p>
            <a:pPr marL="539749" lvl="1" indent="-269875" algn="l">
              <a:lnSpc>
                <a:spcPts val="3499"/>
              </a:lnSpc>
              <a:buFont typeface="Arial"/>
              <a:buChar char="•"/>
            </a:pPr>
            <a:r>
              <a:rPr lang="en-US" sz="2499" b="1" u="none" strike="noStrike">
                <a:solidFill>
                  <a:srgbClr val="E5EEB9"/>
                </a:solidFill>
                <a:latin typeface="Playfair Display Bold"/>
                <a:ea typeface="Playfair Display Bold"/>
                <a:cs typeface="Playfair Display Bold"/>
                <a:sym typeface="Playfair Display Bold"/>
              </a:rPr>
              <a:t>Develop communication and leadership skills </a:t>
            </a:r>
          </a:p>
          <a:p>
            <a:pPr marL="539749" lvl="1" indent="-269875" algn="l">
              <a:lnSpc>
                <a:spcPts val="3499"/>
              </a:lnSpc>
              <a:buFont typeface="Arial"/>
              <a:buChar char="•"/>
            </a:pPr>
            <a:r>
              <a:rPr lang="en-US" sz="2499" b="1" u="none" strike="noStrike">
                <a:solidFill>
                  <a:srgbClr val="E5EEB9"/>
                </a:solidFill>
                <a:latin typeface="Playfair Display Bold"/>
                <a:ea typeface="Playfair Display Bold"/>
                <a:cs typeface="Playfair Display Bold"/>
                <a:sym typeface="Playfair Display Bold"/>
              </a:rPr>
              <a:t>Participate in youth activities and events </a:t>
            </a:r>
          </a:p>
          <a:p>
            <a:pPr marL="539749" lvl="1" indent="-269875" algn="l">
              <a:lnSpc>
                <a:spcPts val="3499"/>
              </a:lnSpc>
              <a:buFont typeface="Arial"/>
              <a:buChar char="•"/>
            </a:pPr>
            <a:r>
              <a:rPr lang="en-US" sz="2499" b="1" u="none" strike="noStrike">
                <a:solidFill>
                  <a:srgbClr val="E5EEB9"/>
                </a:solidFill>
                <a:latin typeface="Playfair Display Bold"/>
                <a:ea typeface="Playfair Display Bold"/>
                <a:cs typeface="Playfair Display Bold"/>
                <a:sym typeface="Playfair Display Bold"/>
              </a:rPr>
              <a:t>Discover future career interests </a:t>
            </a:r>
          </a:p>
          <a:p>
            <a:pPr marL="539749" lvl="1" indent="-269875" algn="l">
              <a:lnSpc>
                <a:spcPts val="3499"/>
              </a:lnSpc>
              <a:buFont typeface="Arial"/>
              <a:buChar char="•"/>
            </a:pPr>
            <a:r>
              <a:rPr lang="en-US" sz="2499" b="1" u="none" strike="noStrike">
                <a:solidFill>
                  <a:srgbClr val="E5EEB9"/>
                </a:solidFill>
                <a:latin typeface="Playfair Display Bold"/>
                <a:ea typeface="Playfair Display Bold"/>
                <a:cs typeface="Playfair Display Bold"/>
                <a:sym typeface="Playfair Display Bold"/>
              </a:rPr>
              <a:t>Build confidence and social connections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780157" y="-20457"/>
            <a:ext cx="3515810" cy="5143500"/>
          </a:xfrm>
          <a:custGeom>
            <a:avLst/>
            <a:gdLst/>
            <a:ahLst/>
            <a:cxnLst/>
            <a:rect l="l" t="t" r="r" b="b"/>
            <a:pathLst>
              <a:path w="3515810" h="5143500">
                <a:moveTo>
                  <a:pt x="3515810" y="0"/>
                </a:moveTo>
                <a:lnTo>
                  <a:pt x="0" y="0"/>
                </a:lnTo>
                <a:lnTo>
                  <a:pt x="0" y="5143500"/>
                </a:lnTo>
                <a:lnTo>
                  <a:pt x="3515810" y="5143500"/>
                </a:lnTo>
                <a:lnTo>
                  <a:pt x="3515810" y="0"/>
                </a:lnTo>
                <a:close/>
              </a:path>
            </a:pathLst>
          </a:custGeom>
          <a:blipFill>
            <a:blip r:embed="rId2">
              <a:alphaModFix amt="80000"/>
              <a:extLst>
                <a:ext uri="{96DAC541-7B7A-43D3-8B79-37D633B846F1}">
                  <asvg:svgBlip xmlns:asvg="http://schemas.microsoft.com/office/drawing/2016/SVG/main" r:embed="rId3"/>
                </a:ext>
              </a:extLst>
            </a:blip>
            <a:stretch>
              <a:fillRect/>
            </a:stretch>
          </a:blipFill>
        </p:spPr>
      </p:sp>
      <p:sp>
        <p:nvSpPr>
          <p:cNvPr id="3" name="Freeform 3"/>
          <p:cNvSpPr/>
          <p:nvPr/>
        </p:nvSpPr>
        <p:spPr>
          <a:xfrm flipH="1" flipV="1">
            <a:off x="-780157" y="5570718"/>
            <a:ext cx="3617714" cy="5292582"/>
          </a:xfrm>
          <a:custGeom>
            <a:avLst/>
            <a:gdLst/>
            <a:ahLst/>
            <a:cxnLst/>
            <a:rect l="l" t="t" r="r" b="b"/>
            <a:pathLst>
              <a:path w="3617714" h="5292582">
                <a:moveTo>
                  <a:pt x="3617714" y="5292582"/>
                </a:moveTo>
                <a:lnTo>
                  <a:pt x="0" y="5292582"/>
                </a:lnTo>
                <a:lnTo>
                  <a:pt x="0" y="0"/>
                </a:lnTo>
                <a:lnTo>
                  <a:pt x="3617714" y="0"/>
                </a:lnTo>
                <a:lnTo>
                  <a:pt x="3617714" y="5292582"/>
                </a:lnTo>
                <a:close/>
              </a:path>
            </a:pathLst>
          </a:custGeom>
          <a:blipFill>
            <a:blip r:embed="rId2">
              <a:alphaModFix amt="80000"/>
              <a:extLst>
                <a:ext uri="{96DAC541-7B7A-43D3-8B79-37D633B846F1}">
                  <asvg:svgBlip xmlns:asvg="http://schemas.microsoft.com/office/drawing/2016/SVG/main" r:embed="rId3"/>
                </a:ext>
              </a:extLst>
            </a:blip>
            <a:stretch>
              <a:fillRect/>
            </a:stretch>
          </a:blipFill>
        </p:spPr>
      </p:sp>
      <p:sp>
        <p:nvSpPr>
          <p:cNvPr id="4" name="Freeform 4"/>
          <p:cNvSpPr/>
          <p:nvPr/>
        </p:nvSpPr>
        <p:spPr>
          <a:xfrm>
            <a:off x="15450443" y="-298378"/>
            <a:ext cx="3515810" cy="5143500"/>
          </a:xfrm>
          <a:custGeom>
            <a:avLst/>
            <a:gdLst/>
            <a:ahLst/>
            <a:cxnLst/>
            <a:rect l="l" t="t" r="r" b="b"/>
            <a:pathLst>
              <a:path w="3515810" h="5143500">
                <a:moveTo>
                  <a:pt x="0" y="0"/>
                </a:moveTo>
                <a:lnTo>
                  <a:pt x="3515810" y="0"/>
                </a:lnTo>
                <a:lnTo>
                  <a:pt x="3515810" y="5143500"/>
                </a:lnTo>
                <a:lnTo>
                  <a:pt x="0" y="5143500"/>
                </a:lnTo>
                <a:lnTo>
                  <a:pt x="0" y="0"/>
                </a:lnTo>
                <a:close/>
              </a:path>
            </a:pathLst>
          </a:custGeom>
          <a:blipFill>
            <a:blip r:embed="rId2">
              <a:alphaModFix amt="80000"/>
              <a:extLst>
                <a:ext uri="{96DAC541-7B7A-43D3-8B79-37D633B846F1}">
                  <asvg:svgBlip xmlns:asvg="http://schemas.microsoft.com/office/drawing/2016/SVG/main" r:embed="rId3"/>
                </a:ext>
              </a:extLst>
            </a:blip>
            <a:stretch>
              <a:fillRect/>
            </a:stretch>
          </a:blipFill>
        </p:spPr>
      </p:sp>
      <p:sp>
        <p:nvSpPr>
          <p:cNvPr id="5" name="Freeform 5"/>
          <p:cNvSpPr/>
          <p:nvPr/>
        </p:nvSpPr>
        <p:spPr>
          <a:xfrm flipV="1">
            <a:off x="15450443" y="5292797"/>
            <a:ext cx="3617714" cy="5292582"/>
          </a:xfrm>
          <a:custGeom>
            <a:avLst/>
            <a:gdLst/>
            <a:ahLst/>
            <a:cxnLst/>
            <a:rect l="l" t="t" r="r" b="b"/>
            <a:pathLst>
              <a:path w="3617714" h="5292582">
                <a:moveTo>
                  <a:pt x="0" y="5292581"/>
                </a:moveTo>
                <a:lnTo>
                  <a:pt x="3617714" y="5292581"/>
                </a:lnTo>
                <a:lnTo>
                  <a:pt x="3617714" y="0"/>
                </a:lnTo>
                <a:lnTo>
                  <a:pt x="0" y="0"/>
                </a:lnTo>
                <a:lnTo>
                  <a:pt x="0" y="5292581"/>
                </a:lnTo>
                <a:close/>
              </a:path>
            </a:pathLst>
          </a:custGeom>
          <a:blipFill>
            <a:blip r:embed="rId2">
              <a:alphaModFix amt="80000"/>
              <a:extLst>
                <a:ext uri="{96DAC541-7B7A-43D3-8B79-37D633B846F1}">
                  <asvg:svgBlip xmlns:asvg="http://schemas.microsoft.com/office/drawing/2016/SVG/main" r:embed="rId3"/>
                </a:ext>
              </a:extLst>
            </a:blip>
            <a:stretch>
              <a:fillRect/>
            </a:stretch>
          </a:blipFill>
        </p:spPr>
      </p:sp>
      <p:sp>
        <p:nvSpPr>
          <p:cNvPr id="6" name="Freeform 6"/>
          <p:cNvSpPr/>
          <p:nvPr/>
        </p:nvSpPr>
        <p:spPr>
          <a:xfrm>
            <a:off x="-409618" y="-314739"/>
            <a:ext cx="3002535" cy="3002535"/>
          </a:xfrm>
          <a:custGeom>
            <a:avLst/>
            <a:gdLst/>
            <a:ahLst/>
            <a:cxnLst/>
            <a:rect l="l" t="t" r="r" b="b"/>
            <a:pathLst>
              <a:path w="3002535" h="3002535">
                <a:moveTo>
                  <a:pt x="0" y="0"/>
                </a:moveTo>
                <a:lnTo>
                  <a:pt x="3002535" y="0"/>
                </a:lnTo>
                <a:lnTo>
                  <a:pt x="3002535" y="3002535"/>
                </a:lnTo>
                <a:lnTo>
                  <a:pt x="0" y="3002535"/>
                </a:lnTo>
                <a:lnTo>
                  <a:pt x="0" y="0"/>
                </a:lnTo>
                <a:close/>
              </a:path>
            </a:pathLst>
          </a:custGeom>
          <a:blipFill>
            <a:blip r:embed="rId4"/>
            <a:stretch>
              <a:fillRect/>
            </a:stretch>
          </a:blipFill>
        </p:spPr>
      </p:sp>
      <p:grpSp>
        <p:nvGrpSpPr>
          <p:cNvPr id="7" name="Group 7"/>
          <p:cNvGrpSpPr/>
          <p:nvPr/>
        </p:nvGrpSpPr>
        <p:grpSpPr>
          <a:xfrm>
            <a:off x="6877327" y="1391789"/>
            <a:ext cx="5258377" cy="2592015"/>
            <a:chOff x="0" y="0"/>
            <a:chExt cx="1667511" cy="821967"/>
          </a:xfrm>
        </p:grpSpPr>
        <p:sp>
          <p:nvSpPr>
            <p:cNvPr id="8" name="Freeform 8"/>
            <p:cNvSpPr/>
            <p:nvPr/>
          </p:nvSpPr>
          <p:spPr>
            <a:xfrm>
              <a:off x="0" y="0"/>
              <a:ext cx="1667511" cy="821967"/>
            </a:xfrm>
            <a:custGeom>
              <a:avLst/>
              <a:gdLst/>
              <a:ahLst/>
              <a:cxnLst/>
              <a:rect l="l" t="t" r="r" b="b"/>
              <a:pathLst>
                <a:path w="1667511" h="821967">
                  <a:moveTo>
                    <a:pt x="0" y="0"/>
                  </a:moveTo>
                  <a:lnTo>
                    <a:pt x="1667511" y="0"/>
                  </a:lnTo>
                  <a:lnTo>
                    <a:pt x="1667511" y="821967"/>
                  </a:lnTo>
                  <a:lnTo>
                    <a:pt x="0" y="821967"/>
                  </a:lnTo>
                  <a:close/>
                </a:path>
              </a:pathLst>
            </a:custGeom>
            <a:solidFill>
              <a:srgbClr val="0F4F36"/>
            </a:solidFill>
          </p:spPr>
        </p:sp>
        <p:sp>
          <p:nvSpPr>
            <p:cNvPr id="9" name="TextBox 9"/>
            <p:cNvSpPr txBox="1"/>
            <p:nvPr/>
          </p:nvSpPr>
          <p:spPr>
            <a:xfrm>
              <a:off x="0" y="-38100"/>
              <a:ext cx="1667511" cy="860067"/>
            </a:xfrm>
            <a:prstGeom prst="rect">
              <a:avLst/>
            </a:prstGeom>
          </p:spPr>
          <p:txBody>
            <a:bodyPr lIns="50800" tIns="50800" rIns="50800" bIns="50800" rtlCol="0" anchor="ctr"/>
            <a:lstStyle/>
            <a:p>
              <a:pPr algn="l">
                <a:lnSpc>
                  <a:spcPts val="3499"/>
                </a:lnSpc>
                <a:spcBef>
                  <a:spcPct val="0"/>
                </a:spcBef>
              </a:pPr>
              <a:endParaRPr/>
            </a:p>
          </p:txBody>
        </p:sp>
      </p:grpSp>
      <p:grpSp>
        <p:nvGrpSpPr>
          <p:cNvPr id="10" name="Group 10"/>
          <p:cNvGrpSpPr/>
          <p:nvPr/>
        </p:nvGrpSpPr>
        <p:grpSpPr>
          <a:xfrm>
            <a:off x="12321772" y="1391789"/>
            <a:ext cx="5489915" cy="2592015"/>
            <a:chOff x="0" y="0"/>
            <a:chExt cx="1740936" cy="821967"/>
          </a:xfrm>
        </p:grpSpPr>
        <p:sp>
          <p:nvSpPr>
            <p:cNvPr id="11" name="Freeform 11"/>
            <p:cNvSpPr/>
            <p:nvPr/>
          </p:nvSpPr>
          <p:spPr>
            <a:xfrm>
              <a:off x="0" y="0"/>
              <a:ext cx="1740936" cy="821967"/>
            </a:xfrm>
            <a:custGeom>
              <a:avLst/>
              <a:gdLst/>
              <a:ahLst/>
              <a:cxnLst/>
              <a:rect l="l" t="t" r="r" b="b"/>
              <a:pathLst>
                <a:path w="1740936" h="821967">
                  <a:moveTo>
                    <a:pt x="0" y="0"/>
                  </a:moveTo>
                  <a:lnTo>
                    <a:pt x="1740936" y="0"/>
                  </a:lnTo>
                  <a:lnTo>
                    <a:pt x="1740936" y="821967"/>
                  </a:lnTo>
                  <a:lnTo>
                    <a:pt x="0" y="821967"/>
                  </a:lnTo>
                  <a:close/>
                </a:path>
              </a:pathLst>
            </a:custGeom>
            <a:solidFill>
              <a:srgbClr val="0F4F36"/>
            </a:solidFill>
          </p:spPr>
        </p:sp>
        <p:sp>
          <p:nvSpPr>
            <p:cNvPr id="12" name="TextBox 12"/>
            <p:cNvSpPr txBox="1"/>
            <p:nvPr/>
          </p:nvSpPr>
          <p:spPr>
            <a:xfrm>
              <a:off x="0" y="-38100"/>
              <a:ext cx="1740936" cy="860067"/>
            </a:xfrm>
            <a:prstGeom prst="rect">
              <a:avLst/>
            </a:prstGeom>
          </p:spPr>
          <p:txBody>
            <a:bodyPr lIns="50800" tIns="50800" rIns="50800" bIns="50800" rtlCol="0" anchor="ctr"/>
            <a:lstStyle/>
            <a:p>
              <a:pPr algn="l">
                <a:lnSpc>
                  <a:spcPts val="3499"/>
                </a:lnSpc>
                <a:spcBef>
                  <a:spcPct val="0"/>
                </a:spcBef>
              </a:pPr>
              <a:endParaRPr/>
            </a:p>
          </p:txBody>
        </p:sp>
      </p:grpSp>
      <p:grpSp>
        <p:nvGrpSpPr>
          <p:cNvPr id="13" name="Group 13"/>
          <p:cNvGrpSpPr/>
          <p:nvPr/>
        </p:nvGrpSpPr>
        <p:grpSpPr>
          <a:xfrm>
            <a:off x="6877327" y="4117696"/>
            <a:ext cx="5258377" cy="3115556"/>
            <a:chOff x="0" y="0"/>
            <a:chExt cx="1667511" cy="987990"/>
          </a:xfrm>
        </p:grpSpPr>
        <p:sp>
          <p:nvSpPr>
            <p:cNvPr id="14" name="Freeform 14"/>
            <p:cNvSpPr/>
            <p:nvPr/>
          </p:nvSpPr>
          <p:spPr>
            <a:xfrm>
              <a:off x="0" y="0"/>
              <a:ext cx="1667511" cy="987990"/>
            </a:xfrm>
            <a:custGeom>
              <a:avLst/>
              <a:gdLst/>
              <a:ahLst/>
              <a:cxnLst/>
              <a:rect l="l" t="t" r="r" b="b"/>
              <a:pathLst>
                <a:path w="1667511" h="987990">
                  <a:moveTo>
                    <a:pt x="0" y="0"/>
                  </a:moveTo>
                  <a:lnTo>
                    <a:pt x="1667511" y="0"/>
                  </a:lnTo>
                  <a:lnTo>
                    <a:pt x="1667511" y="987990"/>
                  </a:lnTo>
                  <a:lnTo>
                    <a:pt x="0" y="987990"/>
                  </a:lnTo>
                  <a:close/>
                </a:path>
              </a:pathLst>
            </a:custGeom>
            <a:solidFill>
              <a:srgbClr val="0F4F36"/>
            </a:solidFill>
          </p:spPr>
        </p:sp>
        <p:sp>
          <p:nvSpPr>
            <p:cNvPr id="15" name="TextBox 15"/>
            <p:cNvSpPr txBox="1"/>
            <p:nvPr/>
          </p:nvSpPr>
          <p:spPr>
            <a:xfrm>
              <a:off x="0" y="-38100"/>
              <a:ext cx="1667511" cy="1026090"/>
            </a:xfrm>
            <a:prstGeom prst="rect">
              <a:avLst/>
            </a:prstGeom>
          </p:spPr>
          <p:txBody>
            <a:bodyPr lIns="50800" tIns="50800" rIns="50800" bIns="50800" rtlCol="0" anchor="ctr"/>
            <a:lstStyle/>
            <a:p>
              <a:pPr algn="l">
                <a:lnSpc>
                  <a:spcPts val="3499"/>
                </a:lnSpc>
                <a:spcBef>
                  <a:spcPct val="0"/>
                </a:spcBef>
              </a:pPr>
              <a:endParaRPr/>
            </a:p>
          </p:txBody>
        </p:sp>
      </p:grpSp>
      <p:grpSp>
        <p:nvGrpSpPr>
          <p:cNvPr id="16" name="Group 16"/>
          <p:cNvGrpSpPr/>
          <p:nvPr/>
        </p:nvGrpSpPr>
        <p:grpSpPr>
          <a:xfrm>
            <a:off x="12321772" y="4117696"/>
            <a:ext cx="5489915" cy="3115556"/>
            <a:chOff x="0" y="0"/>
            <a:chExt cx="1740936" cy="987990"/>
          </a:xfrm>
        </p:grpSpPr>
        <p:sp>
          <p:nvSpPr>
            <p:cNvPr id="17" name="Freeform 17"/>
            <p:cNvSpPr/>
            <p:nvPr/>
          </p:nvSpPr>
          <p:spPr>
            <a:xfrm>
              <a:off x="0" y="0"/>
              <a:ext cx="1740936" cy="987990"/>
            </a:xfrm>
            <a:custGeom>
              <a:avLst/>
              <a:gdLst/>
              <a:ahLst/>
              <a:cxnLst/>
              <a:rect l="l" t="t" r="r" b="b"/>
              <a:pathLst>
                <a:path w="1740936" h="987990">
                  <a:moveTo>
                    <a:pt x="0" y="0"/>
                  </a:moveTo>
                  <a:lnTo>
                    <a:pt x="1740936" y="0"/>
                  </a:lnTo>
                  <a:lnTo>
                    <a:pt x="1740936" y="987990"/>
                  </a:lnTo>
                  <a:lnTo>
                    <a:pt x="0" y="987990"/>
                  </a:lnTo>
                  <a:close/>
                </a:path>
              </a:pathLst>
            </a:custGeom>
            <a:solidFill>
              <a:srgbClr val="0F4F36"/>
            </a:solidFill>
          </p:spPr>
        </p:sp>
        <p:sp>
          <p:nvSpPr>
            <p:cNvPr id="18" name="TextBox 18"/>
            <p:cNvSpPr txBox="1"/>
            <p:nvPr/>
          </p:nvSpPr>
          <p:spPr>
            <a:xfrm>
              <a:off x="0" y="-38100"/>
              <a:ext cx="1740936" cy="1026090"/>
            </a:xfrm>
            <a:prstGeom prst="rect">
              <a:avLst/>
            </a:prstGeom>
          </p:spPr>
          <p:txBody>
            <a:bodyPr lIns="50800" tIns="50800" rIns="50800" bIns="50800" rtlCol="0" anchor="ctr"/>
            <a:lstStyle/>
            <a:p>
              <a:pPr algn="l">
                <a:lnSpc>
                  <a:spcPts val="3499"/>
                </a:lnSpc>
                <a:spcBef>
                  <a:spcPct val="0"/>
                </a:spcBef>
              </a:pPr>
              <a:endParaRPr/>
            </a:p>
          </p:txBody>
        </p:sp>
      </p:grpSp>
      <p:grpSp>
        <p:nvGrpSpPr>
          <p:cNvPr id="19" name="Group 19"/>
          <p:cNvGrpSpPr/>
          <p:nvPr/>
        </p:nvGrpSpPr>
        <p:grpSpPr>
          <a:xfrm>
            <a:off x="8073809" y="7385304"/>
            <a:ext cx="8780907" cy="2343133"/>
            <a:chOff x="0" y="0"/>
            <a:chExt cx="2784559" cy="743043"/>
          </a:xfrm>
        </p:grpSpPr>
        <p:sp>
          <p:nvSpPr>
            <p:cNvPr id="20" name="Freeform 20"/>
            <p:cNvSpPr/>
            <p:nvPr/>
          </p:nvSpPr>
          <p:spPr>
            <a:xfrm>
              <a:off x="0" y="0"/>
              <a:ext cx="2784559" cy="743043"/>
            </a:xfrm>
            <a:custGeom>
              <a:avLst/>
              <a:gdLst/>
              <a:ahLst/>
              <a:cxnLst/>
              <a:rect l="l" t="t" r="r" b="b"/>
              <a:pathLst>
                <a:path w="2784559" h="743043">
                  <a:moveTo>
                    <a:pt x="0" y="0"/>
                  </a:moveTo>
                  <a:lnTo>
                    <a:pt x="2784559" y="0"/>
                  </a:lnTo>
                  <a:lnTo>
                    <a:pt x="2784559" y="743043"/>
                  </a:lnTo>
                  <a:lnTo>
                    <a:pt x="0" y="743043"/>
                  </a:lnTo>
                  <a:close/>
                </a:path>
              </a:pathLst>
            </a:custGeom>
            <a:solidFill>
              <a:srgbClr val="0F4F36"/>
            </a:solidFill>
          </p:spPr>
        </p:sp>
        <p:sp>
          <p:nvSpPr>
            <p:cNvPr id="21" name="TextBox 21"/>
            <p:cNvSpPr txBox="1"/>
            <p:nvPr/>
          </p:nvSpPr>
          <p:spPr>
            <a:xfrm>
              <a:off x="0" y="-38100"/>
              <a:ext cx="2784559" cy="781143"/>
            </a:xfrm>
            <a:prstGeom prst="rect">
              <a:avLst/>
            </a:prstGeom>
          </p:spPr>
          <p:txBody>
            <a:bodyPr lIns="50800" tIns="50800" rIns="50800" bIns="50800" rtlCol="0" anchor="ctr"/>
            <a:lstStyle/>
            <a:p>
              <a:pPr algn="l">
                <a:lnSpc>
                  <a:spcPts val="3499"/>
                </a:lnSpc>
                <a:spcBef>
                  <a:spcPct val="0"/>
                </a:spcBef>
              </a:pPr>
              <a:endParaRPr/>
            </a:p>
          </p:txBody>
        </p:sp>
      </p:grpSp>
      <p:grpSp>
        <p:nvGrpSpPr>
          <p:cNvPr id="22" name="Group 22"/>
          <p:cNvGrpSpPr/>
          <p:nvPr/>
        </p:nvGrpSpPr>
        <p:grpSpPr>
          <a:xfrm>
            <a:off x="2049923" y="1077909"/>
            <a:ext cx="4578751" cy="8985617"/>
            <a:chOff x="0" y="0"/>
            <a:chExt cx="6105002" cy="11980823"/>
          </a:xfrm>
        </p:grpSpPr>
        <p:grpSp>
          <p:nvGrpSpPr>
            <p:cNvPr id="23" name="Group 23"/>
            <p:cNvGrpSpPr/>
            <p:nvPr/>
          </p:nvGrpSpPr>
          <p:grpSpPr>
            <a:xfrm>
              <a:off x="0" y="0"/>
              <a:ext cx="6105002" cy="11980823"/>
              <a:chOff x="0" y="0"/>
              <a:chExt cx="1483087" cy="2910499"/>
            </a:xfrm>
          </p:grpSpPr>
          <p:sp>
            <p:nvSpPr>
              <p:cNvPr id="24" name="Freeform 24"/>
              <p:cNvSpPr/>
              <p:nvPr/>
            </p:nvSpPr>
            <p:spPr>
              <a:xfrm>
                <a:off x="0" y="0"/>
                <a:ext cx="1483087" cy="2910499"/>
              </a:xfrm>
              <a:custGeom>
                <a:avLst/>
                <a:gdLst/>
                <a:ahLst/>
                <a:cxnLst/>
                <a:rect l="l" t="t" r="r" b="b"/>
                <a:pathLst>
                  <a:path w="1483087" h="2910499">
                    <a:moveTo>
                      <a:pt x="0" y="0"/>
                    </a:moveTo>
                    <a:lnTo>
                      <a:pt x="1483087" y="0"/>
                    </a:lnTo>
                    <a:lnTo>
                      <a:pt x="1483087" y="2910499"/>
                    </a:lnTo>
                    <a:lnTo>
                      <a:pt x="0" y="2910499"/>
                    </a:lnTo>
                    <a:close/>
                  </a:path>
                </a:pathLst>
              </a:custGeom>
              <a:solidFill>
                <a:srgbClr val="E5EEB9"/>
              </a:solidFill>
            </p:spPr>
          </p:sp>
          <p:sp>
            <p:nvSpPr>
              <p:cNvPr id="25" name="TextBox 25"/>
              <p:cNvSpPr txBox="1"/>
              <p:nvPr/>
            </p:nvSpPr>
            <p:spPr>
              <a:xfrm>
                <a:off x="0" y="-57150"/>
                <a:ext cx="1483087" cy="2967649"/>
              </a:xfrm>
              <a:prstGeom prst="rect">
                <a:avLst/>
              </a:prstGeom>
            </p:spPr>
            <p:txBody>
              <a:bodyPr lIns="51815" tIns="51815" rIns="51815" bIns="51815" rtlCol="0" anchor="ctr"/>
              <a:lstStyle/>
              <a:p>
                <a:pPr algn="l">
                  <a:lnSpc>
                    <a:spcPts val="3220"/>
                  </a:lnSpc>
                  <a:spcBef>
                    <a:spcPct val="0"/>
                  </a:spcBef>
                </a:pPr>
                <a:endParaRPr/>
              </a:p>
            </p:txBody>
          </p:sp>
        </p:grpSp>
        <p:grpSp>
          <p:nvGrpSpPr>
            <p:cNvPr id="26" name="Group 26"/>
            <p:cNvGrpSpPr/>
            <p:nvPr/>
          </p:nvGrpSpPr>
          <p:grpSpPr>
            <a:xfrm>
              <a:off x="239312" y="6862095"/>
              <a:ext cx="5677178" cy="4928475"/>
              <a:chOff x="0" y="0"/>
              <a:chExt cx="1329191" cy="1153898"/>
            </a:xfrm>
          </p:grpSpPr>
          <p:sp>
            <p:nvSpPr>
              <p:cNvPr id="27" name="Freeform 27"/>
              <p:cNvSpPr/>
              <p:nvPr/>
            </p:nvSpPr>
            <p:spPr>
              <a:xfrm>
                <a:off x="0" y="0"/>
                <a:ext cx="1329191" cy="1153898"/>
              </a:xfrm>
              <a:custGeom>
                <a:avLst/>
                <a:gdLst/>
                <a:ahLst/>
                <a:cxnLst/>
                <a:rect l="l" t="t" r="r" b="b"/>
                <a:pathLst>
                  <a:path w="1329191" h="1153898">
                    <a:moveTo>
                      <a:pt x="0" y="0"/>
                    </a:moveTo>
                    <a:lnTo>
                      <a:pt x="1329191" y="0"/>
                    </a:lnTo>
                    <a:lnTo>
                      <a:pt x="1329191" y="1153898"/>
                    </a:lnTo>
                    <a:lnTo>
                      <a:pt x="0" y="1153898"/>
                    </a:lnTo>
                    <a:close/>
                  </a:path>
                </a:pathLst>
              </a:custGeom>
              <a:solidFill>
                <a:srgbClr val="CADC72"/>
              </a:solidFill>
            </p:spPr>
          </p:sp>
          <p:sp>
            <p:nvSpPr>
              <p:cNvPr id="28" name="TextBox 28"/>
              <p:cNvSpPr txBox="1"/>
              <p:nvPr/>
            </p:nvSpPr>
            <p:spPr>
              <a:xfrm>
                <a:off x="0" y="-57150"/>
                <a:ext cx="1329191" cy="1211048"/>
              </a:xfrm>
              <a:prstGeom prst="rect">
                <a:avLst/>
              </a:prstGeom>
            </p:spPr>
            <p:txBody>
              <a:bodyPr lIns="51815" tIns="51815" rIns="51815" bIns="51815" rtlCol="0" anchor="ctr"/>
              <a:lstStyle/>
              <a:p>
                <a:pPr algn="l">
                  <a:lnSpc>
                    <a:spcPts val="3220"/>
                  </a:lnSpc>
                  <a:spcBef>
                    <a:spcPct val="0"/>
                  </a:spcBef>
                </a:pPr>
                <a:endParaRPr/>
              </a:p>
            </p:txBody>
          </p:sp>
        </p:grpSp>
      </p:grpSp>
      <p:sp>
        <p:nvSpPr>
          <p:cNvPr id="29" name="Freeform 29"/>
          <p:cNvSpPr/>
          <p:nvPr/>
        </p:nvSpPr>
        <p:spPr>
          <a:xfrm>
            <a:off x="1411465" y="1212823"/>
            <a:ext cx="5547154" cy="3054661"/>
          </a:xfrm>
          <a:custGeom>
            <a:avLst/>
            <a:gdLst/>
            <a:ahLst/>
            <a:cxnLst/>
            <a:rect l="l" t="t" r="r" b="b"/>
            <a:pathLst>
              <a:path w="5547154" h="3054661">
                <a:moveTo>
                  <a:pt x="0" y="0"/>
                </a:moveTo>
                <a:lnTo>
                  <a:pt x="5547155" y="0"/>
                </a:lnTo>
                <a:lnTo>
                  <a:pt x="5547155" y="3054661"/>
                </a:lnTo>
                <a:lnTo>
                  <a:pt x="0" y="3054661"/>
                </a:lnTo>
                <a:lnTo>
                  <a:pt x="0" y="0"/>
                </a:lnTo>
                <a:close/>
              </a:path>
            </a:pathLst>
          </a:custGeom>
          <a:blipFill>
            <a:blip r:embed="rId5"/>
            <a:stretch>
              <a:fillRect b="-26249"/>
            </a:stretch>
          </a:blipFill>
        </p:spPr>
      </p:sp>
      <p:sp>
        <p:nvSpPr>
          <p:cNvPr id="30" name="TextBox 30"/>
          <p:cNvSpPr txBox="1"/>
          <p:nvPr/>
        </p:nvSpPr>
        <p:spPr>
          <a:xfrm>
            <a:off x="1820321" y="4179215"/>
            <a:ext cx="5037957" cy="762000"/>
          </a:xfrm>
          <a:prstGeom prst="rect">
            <a:avLst/>
          </a:prstGeom>
        </p:spPr>
        <p:txBody>
          <a:bodyPr lIns="0" tIns="0" rIns="0" bIns="0" rtlCol="0" anchor="t">
            <a:spAutoFit/>
          </a:bodyPr>
          <a:lstStyle/>
          <a:p>
            <a:pPr algn="ctr">
              <a:lnSpc>
                <a:spcPts val="6299"/>
              </a:lnSpc>
            </a:pPr>
            <a:r>
              <a:rPr lang="en-US" sz="4500" b="1">
                <a:solidFill>
                  <a:srgbClr val="0F4F36"/>
                </a:solidFill>
                <a:latin typeface="Playfair Display Bold"/>
                <a:ea typeface="Playfair Display Bold"/>
                <a:cs typeface="Playfair Display Bold"/>
                <a:sym typeface="Playfair Display Bold"/>
              </a:rPr>
              <a:t>Ahmed Hasan</a:t>
            </a:r>
          </a:p>
        </p:txBody>
      </p:sp>
      <p:sp>
        <p:nvSpPr>
          <p:cNvPr id="31" name="TextBox 31"/>
          <p:cNvSpPr txBox="1"/>
          <p:nvPr/>
        </p:nvSpPr>
        <p:spPr>
          <a:xfrm>
            <a:off x="3821154" y="6324711"/>
            <a:ext cx="1208046" cy="412750"/>
          </a:xfrm>
          <a:prstGeom prst="rect">
            <a:avLst/>
          </a:prstGeom>
        </p:spPr>
        <p:txBody>
          <a:bodyPr wrap="square" lIns="0" tIns="0" rIns="0" bIns="0" rtlCol="0" anchor="t">
            <a:spAutoFit/>
          </a:bodyPr>
          <a:lstStyle/>
          <a:p>
            <a:pPr algn="ctr">
              <a:lnSpc>
                <a:spcPts val="3499"/>
              </a:lnSpc>
            </a:pPr>
            <a:r>
              <a:rPr lang="en-US" sz="2499" b="1" dirty="0">
                <a:solidFill>
                  <a:srgbClr val="0F4F36"/>
                </a:solidFill>
                <a:latin typeface="Playfair Display Bold"/>
                <a:ea typeface="Playfair Display Bold"/>
                <a:cs typeface="Playfair Display Bold"/>
                <a:sym typeface="Playfair Display Bold"/>
              </a:rPr>
              <a:t>Age: </a:t>
            </a:r>
            <a:r>
              <a:rPr lang="en-US" sz="2499" dirty="0">
                <a:solidFill>
                  <a:srgbClr val="0F4F36"/>
                </a:solidFill>
                <a:latin typeface="Playfair Display"/>
                <a:ea typeface="Playfair Display"/>
                <a:cs typeface="Playfair Display"/>
                <a:sym typeface="Playfair Display"/>
              </a:rPr>
              <a:t>24</a:t>
            </a:r>
          </a:p>
        </p:txBody>
      </p:sp>
      <p:sp>
        <p:nvSpPr>
          <p:cNvPr id="32" name="TextBox 32"/>
          <p:cNvSpPr txBox="1"/>
          <p:nvPr/>
        </p:nvSpPr>
        <p:spPr>
          <a:xfrm>
            <a:off x="3395079" y="6844381"/>
            <a:ext cx="2272557" cy="412750"/>
          </a:xfrm>
          <a:prstGeom prst="rect">
            <a:avLst/>
          </a:prstGeom>
        </p:spPr>
        <p:txBody>
          <a:bodyPr wrap="square" lIns="0" tIns="0" rIns="0" bIns="0" rtlCol="0" anchor="t">
            <a:spAutoFit/>
          </a:bodyPr>
          <a:lstStyle/>
          <a:p>
            <a:pPr algn="ctr">
              <a:lnSpc>
                <a:spcPts val="3499"/>
              </a:lnSpc>
            </a:pPr>
            <a:r>
              <a:rPr lang="en-US" sz="2499" b="1" dirty="0">
                <a:solidFill>
                  <a:srgbClr val="0F4F36"/>
                </a:solidFill>
                <a:latin typeface="Playfair Display Bold"/>
                <a:ea typeface="Playfair Display Bold"/>
                <a:cs typeface="Playfair Display Bold"/>
                <a:sym typeface="Playfair Display Bold"/>
              </a:rPr>
              <a:t>Gender: </a:t>
            </a:r>
            <a:r>
              <a:rPr lang="en-US" sz="2499" dirty="0">
                <a:solidFill>
                  <a:srgbClr val="0F4F36"/>
                </a:solidFill>
                <a:latin typeface="Playfair Display"/>
                <a:ea typeface="Playfair Display"/>
                <a:cs typeface="Playfair Display"/>
                <a:sym typeface="Playfair Display"/>
              </a:rPr>
              <a:t>male</a:t>
            </a:r>
          </a:p>
        </p:txBody>
      </p:sp>
      <p:sp>
        <p:nvSpPr>
          <p:cNvPr id="33" name="TextBox 33"/>
          <p:cNvSpPr txBox="1"/>
          <p:nvPr/>
        </p:nvSpPr>
        <p:spPr>
          <a:xfrm>
            <a:off x="2635349" y="7327387"/>
            <a:ext cx="3792016" cy="850900"/>
          </a:xfrm>
          <a:prstGeom prst="rect">
            <a:avLst/>
          </a:prstGeom>
        </p:spPr>
        <p:txBody>
          <a:bodyPr lIns="0" tIns="0" rIns="0" bIns="0" rtlCol="0" anchor="t">
            <a:spAutoFit/>
          </a:bodyPr>
          <a:lstStyle/>
          <a:p>
            <a:pPr algn="ctr">
              <a:lnSpc>
                <a:spcPts val="3499"/>
              </a:lnSpc>
            </a:pPr>
            <a:r>
              <a:rPr lang="en-US" sz="2499" b="1" dirty="0">
                <a:solidFill>
                  <a:srgbClr val="0F4F36"/>
                </a:solidFill>
                <a:latin typeface="Playfair Display Bold"/>
                <a:ea typeface="Playfair Display Bold"/>
                <a:cs typeface="Playfair Display Bold"/>
                <a:sym typeface="Playfair Display Bold"/>
              </a:rPr>
              <a:t>Location: </a:t>
            </a:r>
            <a:r>
              <a:rPr lang="en-US" sz="2499" dirty="0" err="1">
                <a:solidFill>
                  <a:srgbClr val="0F4F36"/>
                </a:solidFill>
                <a:latin typeface="Playfair Display"/>
                <a:ea typeface="Playfair Display"/>
                <a:cs typeface="Playfair Display"/>
                <a:sym typeface="Playfair Display"/>
              </a:rPr>
              <a:t>Talkha</a:t>
            </a:r>
            <a:r>
              <a:rPr lang="en-US" sz="2499" dirty="0">
                <a:solidFill>
                  <a:srgbClr val="0F4F36"/>
                </a:solidFill>
                <a:latin typeface="Playfair Display"/>
                <a:ea typeface="Playfair Display"/>
                <a:cs typeface="Playfair Display"/>
                <a:sym typeface="Playfair Display"/>
              </a:rPr>
              <a:t>, </a:t>
            </a:r>
            <a:r>
              <a:rPr lang="en-US" sz="2499" dirty="0" err="1">
                <a:solidFill>
                  <a:srgbClr val="0F4F36"/>
                </a:solidFill>
                <a:latin typeface="Playfair Display"/>
                <a:ea typeface="Playfair Display"/>
                <a:cs typeface="Playfair Display"/>
                <a:sym typeface="Playfair Display"/>
              </a:rPr>
              <a:t>Dakahlia</a:t>
            </a:r>
            <a:endParaRPr lang="en-US" sz="2499" dirty="0">
              <a:solidFill>
                <a:srgbClr val="0F4F36"/>
              </a:solidFill>
              <a:latin typeface="Playfair Display"/>
              <a:ea typeface="Playfair Display"/>
              <a:cs typeface="Playfair Display"/>
              <a:sym typeface="Playfair Display"/>
            </a:endParaRPr>
          </a:p>
        </p:txBody>
      </p:sp>
      <p:sp>
        <p:nvSpPr>
          <p:cNvPr id="34" name="TextBox 34"/>
          <p:cNvSpPr txBox="1"/>
          <p:nvPr/>
        </p:nvSpPr>
        <p:spPr>
          <a:xfrm>
            <a:off x="2494943" y="8223527"/>
            <a:ext cx="3726809" cy="850900"/>
          </a:xfrm>
          <a:prstGeom prst="rect">
            <a:avLst/>
          </a:prstGeom>
        </p:spPr>
        <p:txBody>
          <a:bodyPr lIns="0" tIns="0" rIns="0" bIns="0" rtlCol="0" anchor="t">
            <a:spAutoFit/>
          </a:bodyPr>
          <a:lstStyle/>
          <a:p>
            <a:pPr algn="ctr">
              <a:lnSpc>
                <a:spcPts val="3499"/>
              </a:lnSpc>
              <a:spcBef>
                <a:spcPct val="0"/>
              </a:spcBef>
            </a:pPr>
            <a:r>
              <a:rPr lang="en-US" sz="2499" b="1" dirty="0">
                <a:solidFill>
                  <a:srgbClr val="0F4F36"/>
                </a:solidFill>
                <a:latin typeface="Playfair Display Bold"/>
                <a:ea typeface="Playfair Display Bold"/>
                <a:cs typeface="Playfair Display Bold"/>
                <a:sym typeface="Playfair Display Bold"/>
              </a:rPr>
              <a:t>Personality: </a:t>
            </a:r>
            <a:r>
              <a:rPr lang="en-US" sz="2499" dirty="0">
                <a:solidFill>
                  <a:srgbClr val="0F4F36"/>
                </a:solidFill>
                <a:latin typeface="Playfair Display"/>
                <a:ea typeface="Playfair Display"/>
                <a:cs typeface="Playfair Display"/>
                <a:sym typeface="Playfair Display"/>
              </a:rPr>
              <a:t>Introvert , Feeling </a:t>
            </a:r>
          </a:p>
        </p:txBody>
      </p:sp>
      <p:sp>
        <p:nvSpPr>
          <p:cNvPr id="35" name="TextBox 35"/>
          <p:cNvSpPr txBox="1"/>
          <p:nvPr/>
        </p:nvSpPr>
        <p:spPr>
          <a:xfrm>
            <a:off x="2508660" y="9069936"/>
            <a:ext cx="3766987" cy="850900"/>
          </a:xfrm>
          <a:prstGeom prst="rect">
            <a:avLst/>
          </a:prstGeom>
        </p:spPr>
        <p:txBody>
          <a:bodyPr lIns="0" tIns="0" rIns="0" bIns="0" rtlCol="0" anchor="t">
            <a:spAutoFit/>
          </a:bodyPr>
          <a:lstStyle/>
          <a:p>
            <a:pPr marL="0" lvl="0" indent="0" algn="ctr">
              <a:lnSpc>
                <a:spcPts val="3499"/>
              </a:lnSpc>
              <a:spcBef>
                <a:spcPct val="0"/>
              </a:spcBef>
            </a:pPr>
            <a:r>
              <a:rPr lang="en-US" sz="2499" b="1" dirty="0">
                <a:solidFill>
                  <a:srgbClr val="0F4F36"/>
                </a:solidFill>
                <a:latin typeface="Playfair Display Bold"/>
                <a:ea typeface="Playfair Display Bold"/>
                <a:cs typeface="Playfair Display Bold"/>
                <a:sym typeface="Playfair Display Bold"/>
              </a:rPr>
              <a:t>Bach</a:t>
            </a:r>
            <a:r>
              <a:rPr lang="en-US" sz="2499" b="1" u="none" strike="noStrike" dirty="0">
                <a:solidFill>
                  <a:srgbClr val="0F4F36"/>
                </a:solidFill>
                <a:latin typeface="Playfair Display Bold"/>
                <a:ea typeface="Playfair Display Bold"/>
                <a:cs typeface="Playfair Display Bold"/>
                <a:sym typeface="Playfair Display Bold"/>
              </a:rPr>
              <a:t>elor's Degree in Engineering</a:t>
            </a:r>
          </a:p>
        </p:txBody>
      </p:sp>
      <p:sp>
        <p:nvSpPr>
          <p:cNvPr id="36" name="TextBox 36"/>
          <p:cNvSpPr txBox="1"/>
          <p:nvPr/>
        </p:nvSpPr>
        <p:spPr>
          <a:xfrm>
            <a:off x="6999554" y="1469231"/>
            <a:ext cx="4965956" cy="2165350"/>
          </a:xfrm>
          <a:prstGeom prst="rect">
            <a:avLst/>
          </a:prstGeom>
        </p:spPr>
        <p:txBody>
          <a:bodyPr lIns="0" tIns="0" rIns="0" bIns="0" rtlCol="0" anchor="t">
            <a:spAutoFit/>
          </a:bodyPr>
          <a:lstStyle/>
          <a:p>
            <a:pPr algn="l">
              <a:lnSpc>
                <a:spcPts val="3499"/>
              </a:lnSpc>
            </a:pPr>
            <a:r>
              <a:rPr lang="en-US" sz="2499" b="1" u="none" strike="noStrike">
                <a:solidFill>
                  <a:srgbClr val="E5EEB9"/>
                </a:solidFill>
                <a:latin typeface="Playfair Display Bold"/>
                <a:ea typeface="Playfair Display Bold"/>
                <a:cs typeface="Playfair Display Bold"/>
                <a:sym typeface="Playfair Display Bold"/>
              </a:rPr>
              <a:t>Bio:</a:t>
            </a:r>
          </a:p>
          <a:p>
            <a:pPr algn="l">
              <a:lnSpc>
                <a:spcPts val="3499"/>
              </a:lnSpc>
            </a:pPr>
            <a:r>
              <a:rPr lang="en-US" sz="2499" b="1" u="none" strike="noStrike">
                <a:solidFill>
                  <a:srgbClr val="E5EEB9"/>
                </a:solidFill>
                <a:latin typeface="Playfair Display Bold"/>
                <a:ea typeface="Playfair Display Bold"/>
                <a:cs typeface="Playfair Display Bold"/>
                <a:sym typeface="Playfair Display Bold"/>
              </a:rPr>
              <a:t>Job seeker looking for affordable training and volunteering to bridge the post-graduation gap and boost employability.</a:t>
            </a:r>
          </a:p>
        </p:txBody>
      </p:sp>
      <p:sp>
        <p:nvSpPr>
          <p:cNvPr id="37" name="TextBox 37"/>
          <p:cNvSpPr txBox="1"/>
          <p:nvPr/>
        </p:nvSpPr>
        <p:spPr>
          <a:xfrm>
            <a:off x="6977670" y="4098646"/>
            <a:ext cx="5258377" cy="3041650"/>
          </a:xfrm>
          <a:prstGeom prst="rect">
            <a:avLst/>
          </a:prstGeom>
        </p:spPr>
        <p:txBody>
          <a:bodyPr lIns="0" tIns="0" rIns="0" bIns="0" rtlCol="0" anchor="t">
            <a:spAutoFit/>
          </a:bodyPr>
          <a:lstStyle/>
          <a:p>
            <a:pPr algn="l">
              <a:lnSpc>
                <a:spcPts val="3499"/>
              </a:lnSpc>
            </a:pPr>
            <a:r>
              <a:rPr lang="en-US" sz="2499" b="1">
                <a:solidFill>
                  <a:srgbClr val="E5EEB9"/>
                </a:solidFill>
                <a:latin typeface="Playfair Display Bold"/>
                <a:ea typeface="Playfair Display Bold"/>
                <a:cs typeface="Playfair Display Bold"/>
                <a:sym typeface="Playfair Display Bold"/>
              </a:rPr>
              <a:t>Frustrat</a:t>
            </a:r>
            <a:r>
              <a:rPr lang="en-US" sz="2499" b="1" u="none" strike="noStrike">
                <a:solidFill>
                  <a:srgbClr val="E5EEB9"/>
                </a:solidFill>
                <a:latin typeface="Playfair Display Bold"/>
                <a:ea typeface="Playfair Display Bold"/>
                <a:cs typeface="Playfair Display Bold"/>
                <a:sym typeface="Playfair Display Bold"/>
              </a:rPr>
              <a:t>ions:</a:t>
            </a:r>
          </a:p>
          <a:p>
            <a:pPr marL="539749" lvl="1" indent="-269875" algn="l">
              <a:lnSpc>
                <a:spcPts val="3499"/>
              </a:lnSpc>
              <a:buFont typeface="Arial"/>
              <a:buChar char="•"/>
            </a:pPr>
            <a:r>
              <a:rPr lang="en-US" sz="2499" b="1" u="none" strike="noStrike">
                <a:solidFill>
                  <a:srgbClr val="E5EEB9"/>
                </a:solidFill>
                <a:latin typeface="Playfair Display Bold"/>
                <a:ea typeface="Playfair Display Bold"/>
                <a:cs typeface="Playfair Display Bold"/>
                <a:sym typeface="Playfair Display Bold"/>
              </a:rPr>
              <a:t>Lack of practical experience after graduation </a:t>
            </a:r>
          </a:p>
          <a:p>
            <a:pPr marL="539749" lvl="1" indent="-269875" algn="l">
              <a:lnSpc>
                <a:spcPts val="3499"/>
              </a:lnSpc>
              <a:buFont typeface="Arial"/>
              <a:buChar char="•"/>
            </a:pPr>
            <a:r>
              <a:rPr lang="en-US" sz="2499" b="1" u="none" strike="noStrike">
                <a:solidFill>
                  <a:srgbClr val="E5EEB9"/>
                </a:solidFill>
                <a:latin typeface="Playfair Display Bold"/>
                <a:ea typeface="Playfair Display Bold"/>
                <a:cs typeface="Playfair Display Bold"/>
                <a:sym typeface="Playfair Display Bold"/>
              </a:rPr>
              <a:t>Limited access to affordable training programs </a:t>
            </a:r>
          </a:p>
          <a:p>
            <a:pPr marL="539749" lvl="1" indent="-269875" algn="l">
              <a:lnSpc>
                <a:spcPts val="3499"/>
              </a:lnSpc>
              <a:buFont typeface="Arial"/>
              <a:buChar char="•"/>
            </a:pPr>
            <a:r>
              <a:rPr lang="en-US" sz="2499" b="1" u="none" strike="noStrike">
                <a:solidFill>
                  <a:srgbClr val="E5EEB9"/>
                </a:solidFill>
                <a:latin typeface="Playfair Display Bold"/>
                <a:ea typeface="Playfair Display Bold"/>
                <a:cs typeface="Playfair Display Bold"/>
                <a:sym typeface="Playfair Display Bold"/>
              </a:rPr>
              <a:t>Difficulty finding networking opportunities </a:t>
            </a:r>
          </a:p>
        </p:txBody>
      </p:sp>
      <p:sp>
        <p:nvSpPr>
          <p:cNvPr id="38" name="TextBox 38"/>
          <p:cNvSpPr txBox="1"/>
          <p:nvPr/>
        </p:nvSpPr>
        <p:spPr>
          <a:xfrm>
            <a:off x="12414741" y="4116549"/>
            <a:ext cx="5265877" cy="3041650"/>
          </a:xfrm>
          <a:prstGeom prst="rect">
            <a:avLst/>
          </a:prstGeom>
        </p:spPr>
        <p:txBody>
          <a:bodyPr lIns="0" tIns="0" rIns="0" bIns="0" rtlCol="0" anchor="t">
            <a:spAutoFit/>
          </a:bodyPr>
          <a:lstStyle/>
          <a:p>
            <a:pPr algn="l">
              <a:lnSpc>
                <a:spcPts val="3499"/>
              </a:lnSpc>
            </a:pPr>
            <a:r>
              <a:rPr lang="en-US" sz="2499" b="1">
                <a:solidFill>
                  <a:srgbClr val="E5EEB9"/>
                </a:solidFill>
                <a:latin typeface="Playfair Display Bold"/>
                <a:ea typeface="Playfair Display Bold"/>
                <a:cs typeface="Playfair Display Bold"/>
                <a:sym typeface="Playfair Display Bold"/>
              </a:rPr>
              <a:t>Behav</a:t>
            </a:r>
            <a:r>
              <a:rPr lang="en-US" sz="2499" b="1" u="none" strike="noStrike">
                <a:solidFill>
                  <a:srgbClr val="E5EEB9"/>
                </a:solidFill>
                <a:latin typeface="Playfair Display Bold"/>
                <a:ea typeface="Playfair Display Bold"/>
                <a:cs typeface="Playfair Display Bold"/>
                <a:sym typeface="Playfair Display Bold"/>
              </a:rPr>
              <a:t>ior:</a:t>
            </a:r>
          </a:p>
          <a:p>
            <a:pPr marL="539749" lvl="1" indent="-269875" algn="l">
              <a:lnSpc>
                <a:spcPts val="3499"/>
              </a:lnSpc>
              <a:buFont typeface="Arial"/>
              <a:buChar char="•"/>
            </a:pPr>
            <a:r>
              <a:rPr lang="en-US" sz="2499" b="1" u="none" strike="noStrike">
                <a:solidFill>
                  <a:srgbClr val="E5EEB9"/>
                </a:solidFill>
                <a:latin typeface="Playfair Display Bold"/>
                <a:ea typeface="Playfair Display Bold"/>
                <a:cs typeface="Playfair Display Bold"/>
                <a:sym typeface="Playfair Display Bold"/>
              </a:rPr>
              <a:t>Active on Facebook and LinkedIn </a:t>
            </a:r>
          </a:p>
          <a:p>
            <a:pPr marL="539749" lvl="1" indent="-269875" algn="l">
              <a:lnSpc>
                <a:spcPts val="3499"/>
              </a:lnSpc>
              <a:buFont typeface="Arial"/>
              <a:buChar char="•"/>
            </a:pPr>
            <a:r>
              <a:rPr lang="en-US" sz="2499" b="1" u="none" strike="noStrike">
                <a:solidFill>
                  <a:srgbClr val="E5EEB9"/>
                </a:solidFill>
                <a:latin typeface="Playfair Display Bold"/>
                <a:ea typeface="Playfair Display Bold"/>
                <a:cs typeface="Playfair Display Bold"/>
                <a:sym typeface="Playfair Display Bold"/>
              </a:rPr>
              <a:t>Watches educational videos and career tips </a:t>
            </a:r>
          </a:p>
          <a:p>
            <a:pPr marL="539749" lvl="1" indent="-269875" algn="l">
              <a:lnSpc>
                <a:spcPts val="3499"/>
              </a:lnSpc>
              <a:buFont typeface="Arial"/>
              <a:buChar char="•"/>
            </a:pPr>
            <a:r>
              <a:rPr lang="en-US" sz="2499" b="1" u="none" strike="noStrike">
                <a:solidFill>
                  <a:srgbClr val="E5EEB9"/>
                </a:solidFill>
                <a:latin typeface="Playfair Display Bold"/>
                <a:ea typeface="Playfair Display Bold"/>
                <a:cs typeface="Playfair Display Bold"/>
                <a:sym typeface="Playfair Display Bold"/>
              </a:rPr>
              <a:t>Searches for job opportunities and training programs</a:t>
            </a:r>
          </a:p>
        </p:txBody>
      </p:sp>
      <p:sp>
        <p:nvSpPr>
          <p:cNvPr id="39" name="TextBox 39"/>
          <p:cNvSpPr txBox="1"/>
          <p:nvPr/>
        </p:nvSpPr>
        <p:spPr>
          <a:xfrm>
            <a:off x="12409281" y="1490821"/>
            <a:ext cx="5271336" cy="2415540"/>
          </a:xfrm>
          <a:prstGeom prst="rect">
            <a:avLst/>
          </a:prstGeom>
        </p:spPr>
        <p:txBody>
          <a:bodyPr lIns="0" tIns="0" rIns="0" bIns="0" rtlCol="0" anchor="t">
            <a:spAutoFit/>
          </a:bodyPr>
          <a:lstStyle/>
          <a:p>
            <a:pPr algn="l">
              <a:lnSpc>
                <a:spcPts val="3499"/>
              </a:lnSpc>
            </a:pPr>
            <a:r>
              <a:rPr lang="en-US" sz="2499" b="1">
                <a:solidFill>
                  <a:srgbClr val="E5EEB9"/>
                </a:solidFill>
                <a:latin typeface="Playfair Display Bold"/>
                <a:ea typeface="Playfair Display Bold"/>
                <a:cs typeface="Playfair Display Bold"/>
                <a:sym typeface="Playfair Display Bold"/>
              </a:rPr>
              <a:t>Motivat</a:t>
            </a:r>
            <a:r>
              <a:rPr lang="en-US" sz="2499" b="1" u="none" strike="noStrike">
                <a:solidFill>
                  <a:srgbClr val="E5EEB9"/>
                </a:solidFill>
                <a:latin typeface="Playfair Display Bold"/>
                <a:ea typeface="Playfair Display Bold"/>
                <a:cs typeface="Playfair Display Bold"/>
                <a:sym typeface="Playfair Display Bold"/>
              </a:rPr>
              <a:t>ions:</a:t>
            </a:r>
          </a:p>
          <a:p>
            <a:pPr marL="496571" lvl="1" indent="-248285" algn="l">
              <a:lnSpc>
                <a:spcPts val="3220"/>
              </a:lnSpc>
              <a:buFont typeface="Arial"/>
              <a:buChar char="•"/>
            </a:pPr>
            <a:r>
              <a:rPr lang="en-US" sz="2300" b="1" u="none" strike="noStrike">
                <a:solidFill>
                  <a:srgbClr val="E5EEB9"/>
                </a:solidFill>
                <a:latin typeface="Playfair Display Bold"/>
                <a:ea typeface="Playfair Display Bold"/>
                <a:cs typeface="Playfair Display Bold"/>
                <a:sym typeface="Playfair Display Bold"/>
              </a:rPr>
              <a:t>Opportunities to gain experience </a:t>
            </a:r>
          </a:p>
          <a:p>
            <a:pPr marL="496571" lvl="1" indent="-248285" algn="l">
              <a:lnSpc>
                <a:spcPts val="3220"/>
              </a:lnSpc>
              <a:buFont typeface="Arial"/>
              <a:buChar char="•"/>
            </a:pPr>
            <a:r>
              <a:rPr lang="en-US" sz="2300" b="1" u="none" strike="noStrike">
                <a:solidFill>
                  <a:srgbClr val="E5EEB9"/>
                </a:solidFill>
                <a:latin typeface="Playfair Display Bold"/>
                <a:ea typeface="Playfair Display Bold"/>
                <a:cs typeface="Playfair Display Bold"/>
                <a:sym typeface="Playfair Display Bold"/>
              </a:rPr>
              <a:t>Networking with motivated youth and professionals </a:t>
            </a:r>
          </a:p>
          <a:p>
            <a:pPr marL="496571" lvl="1" indent="-248285" algn="l">
              <a:lnSpc>
                <a:spcPts val="3220"/>
              </a:lnSpc>
              <a:buFont typeface="Arial"/>
              <a:buChar char="•"/>
            </a:pPr>
            <a:r>
              <a:rPr lang="en-US" sz="2300" b="1" u="none" strike="noStrike">
                <a:solidFill>
                  <a:srgbClr val="E5EEB9"/>
                </a:solidFill>
                <a:latin typeface="Playfair Display Bold"/>
                <a:ea typeface="Playfair Display Bold"/>
                <a:cs typeface="Playfair Display Bold"/>
                <a:sym typeface="Playfair Display Bold"/>
              </a:rPr>
              <a:t>Access to workshops that improve employability skills </a:t>
            </a:r>
          </a:p>
        </p:txBody>
      </p:sp>
      <p:sp>
        <p:nvSpPr>
          <p:cNvPr id="40" name="TextBox 40"/>
          <p:cNvSpPr txBox="1"/>
          <p:nvPr/>
        </p:nvSpPr>
        <p:spPr>
          <a:xfrm>
            <a:off x="8315378" y="7404354"/>
            <a:ext cx="9505833" cy="2165350"/>
          </a:xfrm>
          <a:prstGeom prst="rect">
            <a:avLst/>
          </a:prstGeom>
        </p:spPr>
        <p:txBody>
          <a:bodyPr lIns="0" tIns="0" rIns="0" bIns="0" rtlCol="0" anchor="t">
            <a:spAutoFit/>
          </a:bodyPr>
          <a:lstStyle/>
          <a:p>
            <a:pPr algn="l">
              <a:lnSpc>
                <a:spcPts val="3499"/>
              </a:lnSpc>
            </a:pPr>
            <a:r>
              <a:rPr lang="en-US" sz="2499" b="1">
                <a:solidFill>
                  <a:srgbClr val="E5EEB9"/>
                </a:solidFill>
                <a:latin typeface="Playfair Display Bold"/>
                <a:ea typeface="Playfair Display Bold"/>
                <a:cs typeface="Playfair Display Bold"/>
                <a:sym typeface="Playfair Display Bold"/>
              </a:rPr>
              <a:t>G</a:t>
            </a:r>
            <a:r>
              <a:rPr lang="en-US" sz="2499" b="1" u="none" strike="noStrike">
                <a:solidFill>
                  <a:srgbClr val="E5EEB9"/>
                </a:solidFill>
                <a:latin typeface="Playfair Display Bold"/>
                <a:ea typeface="Playfair Display Bold"/>
                <a:cs typeface="Playfair Display Bold"/>
                <a:sym typeface="Playfair Display Bold"/>
              </a:rPr>
              <a:t>oals:</a:t>
            </a:r>
          </a:p>
          <a:p>
            <a:pPr marL="539749" lvl="1" indent="-269875" algn="l">
              <a:lnSpc>
                <a:spcPts val="3499"/>
              </a:lnSpc>
              <a:buFont typeface="Arial"/>
              <a:buChar char="•"/>
            </a:pPr>
            <a:r>
              <a:rPr lang="en-US" sz="2499" b="1" u="none" strike="noStrike">
                <a:solidFill>
                  <a:srgbClr val="E5EEB9"/>
                </a:solidFill>
                <a:latin typeface="Playfair Display Bold"/>
                <a:ea typeface="Playfair Display Bold"/>
                <a:cs typeface="Playfair Display Bold"/>
                <a:sym typeface="Playfair Display Bold"/>
              </a:rPr>
              <a:t>Improve professional skills </a:t>
            </a:r>
          </a:p>
          <a:p>
            <a:pPr marL="539749" lvl="1" indent="-269875" algn="l">
              <a:lnSpc>
                <a:spcPts val="3499"/>
              </a:lnSpc>
              <a:buFont typeface="Arial"/>
              <a:buChar char="•"/>
            </a:pPr>
            <a:r>
              <a:rPr lang="en-US" sz="2499" b="1" u="none" strike="noStrike">
                <a:solidFill>
                  <a:srgbClr val="E5EEB9"/>
                </a:solidFill>
                <a:latin typeface="Playfair Display Bold"/>
                <a:ea typeface="Playfair Display Bold"/>
                <a:cs typeface="Playfair Display Bold"/>
                <a:sym typeface="Playfair Display Bold"/>
              </a:rPr>
              <a:t>Build a strong CV </a:t>
            </a:r>
          </a:p>
          <a:p>
            <a:pPr marL="539749" lvl="1" indent="-269875" algn="l">
              <a:lnSpc>
                <a:spcPts val="3499"/>
              </a:lnSpc>
              <a:buFont typeface="Arial"/>
              <a:buChar char="•"/>
            </a:pPr>
            <a:r>
              <a:rPr lang="en-US" sz="2499" b="1" u="none" strike="noStrike">
                <a:solidFill>
                  <a:srgbClr val="E5EEB9"/>
                </a:solidFill>
                <a:latin typeface="Playfair Display Bold"/>
                <a:ea typeface="Playfair Display Bold"/>
                <a:cs typeface="Playfair Display Bold"/>
                <a:sym typeface="Playfair Display Bold"/>
              </a:rPr>
              <a:t>Gain practical experience </a:t>
            </a:r>
          </a:p>
          <a:p>
            <a:pPr marL="539749" lvl="1" indent="-269875" algn="l">
              <a:lnSpc>
                <a:spcPts val="3499"/>
              </a:lnSpc>
              <a:buFont typeface="Arial"/>
              <a:buChar char="•"/>
            </a:pPr>
            <a:r>
              <a:rPr lang="en-US" sz="2499" b="1" u="none" strike="noStrike">
                <a:solidFill>
                  <a:srgbClr val="E5EEB9"/>
                </a:solidFill>
                <a:latin typeface="Playfair Display Bold"/>
                <a:ea typeface="Playfair Display Bold"/>
                <a:cs typeface="Playfair Display Bold"/>
                <a:sym typeface="Playfair Display Bold"/>
              </a:rPr>
              <a:t>Expand professional network</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780157" y="-20457"/>
            <a:ext cx="3515810" cy="5143500"/>
          </a:xfrm>
          <a:custGeom>
            <a:avLst/>
            <a:gdLst/>
            <a:ahLst/>
            <a:cxnLst/>
            <a:rect l="l" t="t" r="r" b="b"/>
            <a:pathLst>
              <a:path w="3515810" h="5143500">
                <a:moveTo>
                  <a:pt x="3515810" y="0"/>
                </a:moveTo>
                <a:lnTo>
                  <a:pt x="0" y="0"/>
                </a:lnTo>
                <a:lnTo>
                  <a:pt x="0" y="5143500"/>
                </a:lnTo>
                <a:lnTo>
                  <a:pt x="3515810" y="5143500"/>
                </a:lnTo>
                <a:lnTo>
                  <a:pt x="3515810" y="0"/>
                </a:lnTo>
                <a:close/>
              </a:path>
            </a:pathLst>
          </a:custGeom>
          <a:blipFill>
            <a:blip r:embed="rId2">
              <a:alphaModFix amt="80000"/>
              <a:extLst>
                <a:ext uri="{96DAC541-7B7A-43D3-8B79-37D633B846F1}">
                  <asvg:svgBlip xmlns:asvg="http://schemas.microsoft.com/office/drawing/2016/SVG/main" r:embed="rId3"/>
                </a:ext>
              </a:extLst>
            </a:blip>
            <a:stretch>
              <a:fillRect/>
            </a:stretch>
          </a:blipFill>
        </p:spPr>
      </p:sp>
      <p:sp>
        <p:nvSpPr>
          <p:cNvPr id="3" name="Freeform 3"/>
          <p:cNvSpPr/>
          <p:nvPr/>
        </p:nvSpPr>
        <p:spPr>
          <a:xfrm flipH="1" flipV="1">
            <a:off x="-780157" y="5570718"/>
            <a:ext cx="3617714" cy="5292582"/>
          </a:xfrm>
          <a:custGeom>
            <a:avLst/>
            <a:gdLst/>
            <a:ahLst/>
            <a:cxnLst/>
            <a:rect l="l" t="t" r="r" b="b"/>
            <a:pathLst>
              <a:path w="3617714" h="5292582">
                <a:moveTo>
                  <a:pt x="3617714" y="5292582"/>
                </a:moveTo>
                <a:lnTo>
                  <a:pt x="0" y="5292582"/>
                </a:lnTo>
                <a:lnTo>
                  <a:pt x="0" y="0"/>
                </a:lnTo>
                <a:lnTo>
                  <a:pt x="3617714" y="0"/>
                </a:lnTo>
                <a:lnTo>
                  <a:pt x="3617714" y="5292582"/>
                </a:lnTo>
                <a:close/>
              </a:path>
            </a:pathLst>
          </a:custGeom>
          <a:blipFill>
            <a:blip r:embed="rId2">
              <a:alphaModFix amt="80000"/>
              <a:extLst>
                <a:ext uri="{96DAC541-7B7A-43D3-8B79-37D633B846F1}">
                  <asvg:svgBlip xmlns:asvg="http://schemas.microsoft.com/office/drawing/2016/SVG/main" r:embed="rId3"/>
                </a:ext>
              </a:extLst>
            </a:blip>
            <a:stretch>
              <a:fillRect/>
            </a:stretch>
          </a:blipFill>
        </p:spPr>
      </p:sp>
      <p:sp>
        <p:nvSpPr>
          <p:cNvPr id="4" name="Freeform 4"/>
          <p:cNvSpPr/>
          <p:nvPr/>
        </p:nvSpPr>
        <p:spPr>
          <a:xfrm>
            <a:off x="15450443" y="-298378"/>
            <a:ext cx="3515810" cy="5143500"/>
          </a:xfrm>
          <a:custGeom>
            <a:avLst/>
            <a:gdLst/>
            <a:ahLst/>
            <a:cxnLst/>
            <a:rect l="l" t="t" r="r" b="b"/>
            <a:pathLst>
              <a:path w="3515810" h="5143500">
                <a:moveTo>
                  <a:pt x="0" y="0"/>
                </a:moveTo>
                <a:lnTo>
                  <a:pt x="3515810" y="0"/>
                </a:lnTo>
                <a:lnTo>
                  <a:pt x="3515810" y="5143500"/>
                </a:lnTo>
                <a:lnTo>
                  <a:pt x="0" y="5143500"/>
                </a:lnTo>
                <a:lnTo>
                  <a:pt x="0" y="0"/>
                </a:lnTo>
                <a:close/>
              </a:path>
            </a:pathLst>
          </a:custGeom>
          <a:blipFill>
            <a:blip r:embed="rId2">
              <a:alphaModFix amt="80000"/>
              <a:extLst>
                <a:ext uri="{96DAC541-7B7A-43D3-8B79-37D633B846F1}">
                  <asvg:svgBlip xmlns:asvg="http://schemas.microsoft.com/office/drawing/2016/SVG/main" r:embed="rId3"/>
                </a:ext>
              </a:extLst>
            </a:blip>
            <a:stretch>
              <a:fillRect/>
            </a:stretch>
          </a:blipFill>
        </p:spPr>
      </p:sp>
      <p:sp>
        <p:nvSpPr>
          <p:cNvPr id="5" name="Freeform 5"/>
          <p:cNvSpPr/>
          <p:nvPr/>
        </p:nvSpPr>
        <p:spPr>
          <a:xfrm flipV="1">
            <a:off x="15450443" y="5292797"/>
            <a:ext cx="3617714" cy="5292582"/>
          </a:xfrm>
          <a:custGeom>
            <a:avLst/>
            <a:gdLst/>
            <a:ahLst/>
            <a:cxnLst/>
            <a:rect l="l" t="t" r="r" b="b"/>
            <a:pathLst>
              <a:path w="3617714" h="5292582">
                <a:moveTo>
                  <a:pt x="0" y="5292581"/>
                </a:moveTo>
                <a:lnTo>
                  <a:pt x="3617714" y="5292581"/>
                </a:lnTo>
                <a:lnTo>
                  <a:pt x="3617714" y="0"/>
                </a:lnTo>
                <a:lnTo>
                  <a:pt x="0" y="0"/>
                </a:lnTo>
                <a:lnTo>
                  <a:pt x="0" y="5292581"/>
                </a:lnTo>
                <a:close/>
              </a:path>
            </a:pathLst>
          </a:custGeom>
          <a:blipFill>
            <a:blip r:embed="rId2">
              <a:alphaModFix amt="80000"/>
              <a:extLst>
                <a:ext uri="{96DAC541-7B7A-43D3-8B79-37D633B846F1}">
                  <asvg:svgBlip xmlns:asvg="http://schemas.microsoft.com/office/drawing/2016/SVG/main" r:embed="rId3"/>
                </a:ext>
              </a:extLst>
            </a:blip>
            <a:stretch>
              <a:fillRect/>
            </a:stretch>
          </a:blipFill>
        </p:spPr>
      </p:sp>
      <p:sp>
        <p:nvSpPr>
          <p:cNvPr id="6" name="Freeform 6"/>
          <p:cNvSpPr/>
          <p:nvPr/>
        </p:nvSpPr>
        <p:spPr>
          <a:xfrm>
            <a:off x="-409618" y="-314739"/>
            <a:ext cx="3002535" cy="3002535"/>
          </a:xfrm>
          <a:custGeom>
            <a:avLst/>
            <a:gdLst/>
            <a:ahLst/>
            <a:cxnLst/>
            <a:rect l="l" t="t" r="r" b="b"/>
            <a:pathLst>
              <a:path w="3002535" h="3002535">
                <a:moveTo>
                  <a:pt x="0" y="0"/>
                </a:moveTo>
                <a:lnTo>
                  <a:pt x="3002535" y="0"/>
                </a:lnTo>
                <a:lnTo>
                  <a:pt x="3002535" y="3002535"/>
                </a:lnTo>
                <a:lnTo>
                  <a:pt x="0" y="3002535"/>
                </a:lnTo>
                <a:lnTo>
                  <a:pt x="0" y="0"/>
                </a:lnTo>
                <a:close/>
              </a:path>
            </a:pathLst>
          </a:custGeom>
          <a:blipFill>
            <a:blip r:embed="rId4"/>
            <a:stretch>
              <a:fillRect/>
            </a:stretch>
          </a:blipFill>
        </p:spPr>
      </p:sp>
      <p:grpSp>
        <p:nvGrpSpPr>
          <p:cNvPr id="7" name="Group 7"/>
          <p:cNvGrpSpPr/>
          <p:nvPr/>
        </p:nvGrpSpPr>
        <p:grpSpPr>
          <a:xfrm>
            <a:off x="6877327" y="1391789"/>
            <a:ext cx="5258377" cy="2592015"/>
            <a:chOff x="0" y="0"/>
            <a:chExt cx="1667511" cy="821967"/>
          </a:xfrm>
        </p:grpSpPr>
        <p:sp>
          <p:nvSpPr>
            <p:cNvPr id="8" name="Freeform 8"/>
            <p:cNvSpPr/>
            <p:nvPr/>
          </p:nvSpPr>
          <p:spPr>
            <a:xfrm>
              <a:off x="0" y="0"/>
              <a:ext cx="1667511" cy="821967"/>
            </a:xfrm>
            <a:custGeom>
              <a:avLst/>
              <a:gdLst/>
              <a:ahLst/>
              <a:cxnLst/>
              <a:rect l="l" t="t" r="r" b="b"/>
              <a:pathLst>
                <a:path w="1667511" h="821967">
                  <a:moveTo>
                    <a:pt x="0" y="0"/>
                  </a:moveTo>
                  <a:lnTo>
                    <a:pt x="1667511" y="0"/>
                  </a:lnTo>
                  <a:lnTo>
                    <a:pt x="1667511" y="821967"/>
                  </a:lnTo>
                  <a:lnTo>
                    <a:pt x="0" y="821967"/>
                  </a:lnTo>
                  <a:close/>
                </a:path>
              </a:pathLst>
            </a:custGeom>
            <a:solidFill>
              <a:srgbClr val="0F4F36"/>
            </a:solidFill>
          </p:spPr>
        </p:sp>
        <p:sp>
          <p:nvSpPr>
            <p:cNvPr id="9" name="TextBox 9"/>
            <p:cNvSpPr txBox="1"/>
            <p:nvPr/>
          </p:nvSpPr>
          <p:spPr>
            <a:xfrm>
              <a:off x="0" y="-38100"/>
              <a:ext cx="1667511" cy="860067"/>
            </a:xfrm>
            <a:prstGeom prst="rect">
              <a:avLst/>
            </a:prstGeom>
          </p:spPr>
          <p:txBody>
            <a:bodyPr lIns="50800" tIns="50800" rIns="50800" bIns="50800" rtlCol="0" anchor="ctr"/>
            <a:lstStyle/>
            <a:p>
              <a:pPr algn="l">
                <a:lnSpc>
                  <a:spcPts val="3499"/>
                </a:lnSpc>
                <a:spcBef>
                  <a:spcPct val="0"/>
                </a:spcBef>
              </a:pPr>
              <a:endParaRPr/>
            </a:p>
          </p:txBody>
        </p:sp>
      </p:grpSp>
      <p:grpSp>
        <p:nvGrpSpPr>
          <p:cNvPr id="10" name="Group 10"/>
          <p:cNvGrpSpPr/>
          <p:nvPr/>
        </p:nvGrpSpPr>
        <p:grpSpPr>
          <a:xfrm>
            <a:off x="12321772" y="1391789"/>
            <a:ext cx="5489915" cy="2592015"/>
            <a:chOff x="0" y="0"/>
            <a:chExt cx="1740936" cy="821967"/>
          </a:xfrm>
        </p:grpSpPr>
        <p:sp>
          <p:nvSpPr>
            <p:cNvPr id="11" name="Freeform 11"/>
            <p:cNvSpPr/>
            <p:nvPr/>
          </p:nvSpPr>
          <p:spPr>
            <a:xfrm>
              <a:off x="0" y="0"/>
              <a:ext cx="1740936" cy="821967"/>
            </a:xfrm>
            <a:custGeom>
              <a:avLst/>
              <a:gdLst/>
              <a:ahLst/>
              <a:cxnLst/>
              <a:rect l="l" t="t" r="r" b="b"/>
              <a:pathLst>
                <a:path w="1740936" h="821967">
                  <a:moveTo>
                    <a:pt x="0" y="0"/>
                  </a:moveTo>
                  <a:lnTo>
                    <a:pt x="1740936" y="0"/>
                  </a:lnTo>
                  <a:lnTo>
                    <a:pt x="1740936" y="821967"/>
                  </a:lnTo>
                  <a:lnTo>
                    <a:pt x="0" y="821967"/>
                  </a:lnTo>
                  <a:close/>
                </a:path>
              </a:pathLst>
            </a:custGeom>
            <a:solidFill>
              <a:srgbClr val="0F4F36"/>
            </a:solidFill>
          </p:spPr>
        </p:sp>
        <p:sp>
          <p:nvSpPr>
            <p:cNvPr id="12" name="TextBox 12"/>
            <p:cNvSpPr txBox="1"/>
            <p:nvPr/>
          </p:nvSpPr>
          <p:spPr>
            <a:xfrm>
              <a:off x="0" y="-38100"/>
              <a:ext cx="1740936" cy="860067"/>
            </a:xfrm>
            <a:prstGeom prst="rect">
              <a:avLst/>
            </a:prstGeom>
          </p:spPr>
          <p:txBody>
            <a:bodyPr lIns="50800" tIns="50800" rIns="50800" bIns="50800" rtlCol="0" anchor="ctr"/>
            <a:lstStyle/>
            <a:p>
              <a:pPr algn="l">
                <a:lnSpc>
                  <a:spcPts val="3499"/>
                </a:lnSpc>
                <a:spcBef>
                  <a:spcPct val="0"/>
                </a:spcBef>
              </a:pPr>
              <a:endParaRPr/>
            </a:p>
          </p:txBody>
        </p:sp>
      </p:grpSp>
      <p:grpSp>
        <p:nvGrpSpPr>
          <p:cNvPr id="13" name="Group 13"/>
          <p:cNvGrpSpPr/>
          <p:nvPr/>
        </p:nvGrpSpPr>
        <p:grpSpPr>
          <a:xfrm>
            <a:off x="6877327" y="4117696"/>
            <a:ext cx="5258377" cy="3115556"/>
            <a:chOff x="0" y="0"/>
            <a:chExt cx="1667511" cy="987990"/>
          </a:xfrm>
        </p:grpSpPr>
        <p:sp>
          <p:nvSpPr>
            <p:cNvPr id="14" name="Freeform 14"/>
            <p:cNvSpPr/>
            <p:nvPr/>
          </p:nvSpPr>
          <p:spPr>
            <a:xfrm>
              <a:off x="0" y="0"/>
              <a:ext cx="1667511" cy="987990"/>
            </a:xfrm>
            <a:custGeom>
              <a:avLst/>
              <a:gdLst/>
              <a:ahLst/>
              <a:cxnLst/>
              <a:rect l="l" t="t" r="r" b="b"/>
              <a:pathLst>
                <a:path w="1667511" h="987990">
                  <a:moveTo>
                    <a:pt x="0" y="0"/>
                  </a:moveTo>
                  <a:lnTo>
                    <a:pt x="1667511" y="0"/>
                  </a:lnTo>
                  <a:lnTo>
                    <a:pt x="1667511" y="987990"/>
                  </a:lnTo>
                  <a:lnTo>
                    <a:pt x="0" y="987990"/>
                  </a:lnTo>
                  <a:close/>
                </a:path>
              </a:pathLst>
            </a:custGeom>
            <a:solidFill>
              <a:srgbClr val="0F4F36"/>
            </a:solidFill>
          </p:spPr>
        </p:sp>
        <p:sp>
          <p:nvSpPr>
            <p:cNvPr id="15" name="TextBox 15"/>
            <p:cNvSpPr txBox="1"/>
            <p:nvPr/>
          </p:nvSpPr>
          <p:spPr>
            <a:xfrm>
              <a:off x="0" y="-38100"/>
              <a:ext cx="1667511" cy="1026090"/>
            </a:xfrm>
            <a:prstGeom prst="rect">
              <a:avLst/>
            </a:prstGeom>
          </p:spPr>
          <p:txBody>
            <a:bodyPr lIns="50800" tIns="50800" rIns="50800" bIns="50800" rtlCol="0" anchor="ctr"/>
            <a:lstStyle/>
            <a:p>
              <a:pPr algn="l">
                <a:lnSpc>
                  <a:spcPts val="3499"/>
                </a:lnSpc>
                <a:spcBef>
                  <a:spcPct val="0"/>
                </a:spcBef>
              </a:pPr>
              <a:endParaRPr/>
            </a:p>
          </p:txBody>
        </p:sp>
      </p:grpSp>
      <p:grpSp>
        <p:nvGrpSpPr>
          <p:cNvPr id="16" name="Group 16"/>
          <p:cNvGrpSpPr/>
          <p:nvPr/>
        </p:nvGrpSpPr>
        <p:grpSpPr>
          <a:xfrm>
            <a:off x="12321772" y="4117696"/>
            <a:ext cx="5521225" cy="3115556"/>
            <a:chOff x="0" y="0"/>
            <a:chExt cx="1750865" cy="987990"/>
          </a:xfrm>
        </p:grpSpPr>
        <p:sp>
          <p:nvSpPr>
            <p:cNvPr id="17" name="Freeform 17"/>
            <p:cNvSpPr/>
            <p:nvPr/>
          </p:nvSpPr>
          <p:spPr>
            <a:xfrm>
              <a:off x="0" y="0"/>
              <a:ext cx="1750865" cy="987990"/>
            </a:xfrm>
            <a:custGeom>
              <a:avLst/>
              <a:gdLst/>
              <a:ahLst/>
              <a:cxnLst/>
              <a:rect l="l" t="t" r="r" b="b"/>
              <a:pathLst>
                <a:path w="1750865" h="987990">
                  <a:moveTo>
                    <a:pt x="0" y="0"/>
                  </a:moveTo>
                  <a:lnTo>
                    <a:pt x="1750865" y="0"/>
                  </a:lnTo>
                  <a:lnTo>
                    <a:pt x="1750865" y="987990"/>
                  </a:lnTo>
                  <a:lnTo>
                    <a:pt x="0" y="987990"/>
                  </a:lnTo>
                  <a:close/>
                </a:path>
              </a:pathLst>
            </a:custGeom>
            <a:solidFill>
              <a:srgbClr val="0F4F36"/>
            </a:solidFill>
          </p:spPr>
        </p:sp>
        <p:sp>
          <p:nvSpPr>
            <p:cNvPr id="18" name="TextBox 18"/>
            <p:cNvSpPr txBox="1"/>
            <p:nvPr/>
          </p:nvSpPr>
          <p:spPr>
            <a:xfrm>
              <a:off x="0" y="-38100"/>
              <a:ext cx="1750865" cy="1026090"/>
            </a:xfrm>
            <a:prstGeom prst="rect">
              <a:avLst/>
            </a:prstGeom>
          </p:spPr>
          <p:txBody>
            <a:bodyPr lIns="50800" tIns="50800" rIns="50800" bIns="50800" rtlCol="0" anchor="ctr"/>
            <a:lstStyle/>
            <a:p>
              <a:pPr algn="l">
                <a:lnSpc>
                  <a:spcPts val="3499"/>
                </a:lnSpc>
                <a:spcBef>
                  <a:spcPct val="0"/>
                </a:spcBef>
              </a:pPr>
              <a:endParaRPr/>
            </a:p>
          </p:txBody>
        </p:sp>
      </p:grpSp>
      <p:grpSp>
        <p:nvGrpSpPr>
          <p:cNvPr id="19" name="Group 19"/>
          <p:cNvGrpSpPr/>
          <p:nvPr/>
        </p:nvGrpSpPr>
        <p:grpSpPr>
          <a:xfrm>
            <a:off x="8073809" y="7385304"/>
            <a:ext cx="8780907" cy="2343133"/>
            <a:chOff x="0" y="0"/>
            <a:chExt cx="2784559" cy="743043"/>
          </a:xfrm>
        </p:grpSpPr>
        <p:sp>
          <p:nvSpPr>
            <p:cNvPr id="20" name="Freeform 20"/>
            <p:cNvSpPr/>
            <p:nvPr/>
          </p:nvSpPr>
          <p:spPr>
            <a:xfrm>
              <a:off x="0" y="0"/>
              <a:ext cx="2784559" cy="743043"/>
            </a:xfrm>
            <a:custGeom>
              <a:avLst/>
              <a:gdLst/>
              <a:ahLst/>
              <a:cxnLst/>
              <a:rect l="l" t="t" r="r" b="b"/>
              <a:pathLst>
                <a:path w="2784559" h="743043">
                  <a:moveTo>
                    <a:pt x="0" y="0"/>
                  </a:moveTo>
                  <a:lnTo>
                    <a:pt x="2784559" y="0"/>
                  </a:lnTo>
                  <a:lnTo>
                    <a:pt x="2784559" y="743043"/>
                  </a:lnTo>
                  <a:lnTo>
                    <a:pt x="0" y="743043"/>
                  </a:lnTo>
                  <a:close/>
                </a:path>
              </a:pathLst>
            </a:custGeom>
            <a:solidFill>
              <a:srgbClr val="0F4F36"/>
            </a:solidFill>
          </p:spPr>
        </p:sp>
        <p:sp>
          <p:nvSpPr>
            <p:cNvPr id="21" name="TextBox 21"/>
            <p:cNvSpPr txBox="1"/>
            <p:nvPr/>
          </p:nvSpPr>
          <p:spPr>
            <a:xfrm>
              <a:off x="0" y="-38100"/>
              <a:ext cx="2784559" cy="781143"/>
            </a:xfrm>
            <a:prstGeom prst="rect">
              <a:avLst/>
            </a:prstGeom>
          </p:spPr>
          <p:txBody>
            <a:bodyPr lIns="50800" tIns="50800" rIns="50800" bIns="50800" rtlCol="0" anchor="ctr"/>
            <a:lstStyle/>
            <a:p>
              <a:pPr algn="l">
                <a:lnSpc>
                  <a:spcPts val="3499"/>
                </a:lnSpc>
                <a:spcBef>
                  <a:spcPct val="0"/>
                </a:spcBef>
              </a:pPr>
              <a:endParaRPr/>
            </a:p>
          </p:txBody>
        </p:sp>
      </p:grpSp>
      <p:grpSp>
        <p:nvGrpSpPr>
          <p:cNvPr id="22" name="Group 22"/>
          <p:cNvGrpSpPr/>
          <p:nvPr/>
        </p:nvGrpSpPr>
        <p:grpSpPr>
          <a:xfrm>
            <a:off x="2049923" y="1077909"/>
            <a:ext cx="4578751" cy="8985617"/>
            <a:chOff x="0" y="0"/>
            <a:chExt cx="1483087" cy="2910499"/>
          </a:xfrm>
        </p:grpSpPr>
        <p:sp>
          <p:nvSpPr>
            <p:cNvPr id="23" name="Freeform 23"/>
            <p:cNvSpPr/>
            <p:nvPr/>
          </p:nvSpPr>
          <p:spPr>
            <a:xfrm>
              <a:off x="0" y="0"/>
              <a:ext cx="1483087" cy="2910499"/>
            </a:xfrm>
            <a:custGeom>
              <a:avLst/>
              <a:gdLst/>
              <a:ahLst/>
              <a:cxnLst/>
              <a:rect l="l" t="t" r="r" b="b"/>
              <a:pathLst>
                <a:path w="1483087" h="2910499">
                  <a:moveTo>
                    <a:pt x="0" y="0"/>
                  </a:moveTo>
                  <a:lnTo>
                    <a:pt x="1483087" y="0"/>
                  </a:lnTo>
                  <a:lnTo>
                    <a:pt x="1483087" y="2910499"/>
                  </a:lnTo>
                  <a:lnTo>
                    <a:pt x="0" y="2910499"/>
                  </a:lnTo>
                  <a:close/>
                </a:path>
              </a:pathLst>
            </a:custGeom>
            <a:solidFill>
              <a:srgbClr val="E5EEB9"/>
            </a:solidFill>
          </p:spPr>
        </p:sp>
        <p:sp>
          <p:nvSpPr>
            <p:cNvPr id="24" name="TextBox 24"/>
            <p:cNvSpPr txBox="1"/>
            <p:nvPr/>
          </p:nvSpPr>
          <p:spPr>
            <a:xfrm>
              <a:off x="0" y="-57150"/>
              <a:ext cx="1483087" cy="2967649"/>
            </a:xfrm>
            <a:prstGeom prst="rect">
              <a:avLst/>
            </a:prstGeom>
          </p:spPr>
          <p:txBody>
            <a:bodyPr lIns="51815" tIns="51815" rIns="51815" bIns="51815" rtlCol="0" anchor="ctr"/>
            <a:lstStyle/>
            <a:p>
              <a:pPr algn="l">
                <a:lnSpc>
                  <a:spcPts val="3220"/>
                </a:lnSpc>
                <a:spcBef>
                  <a:spcPct val="0"/>
                </a:spcBef>
              </a:pPr>
              <a:endParaRPr/>
            </a:p>
          </p:txBody>
        </p:sp>
      </p:grpSp>
      <p:grpSp>
        <p:nvGrpSpPr>
          <p:cNvPr id="25" name="Group 25"/>
          <p:cNvGrpSpPr/>
          <p:nvPr/>
        </p:nvGrpSpPr>
        <p:grpSpPr>
          <a:xfrm>
            <a:off x="2229407" y="6224481"/>
            <a:ext cx="4257883" cy="3696356"/>
            <a:chOff x="0" y="0"/>
            <a:chExt cx="1329191" cy="1153898"/>
          </a:xfrm>
        </p:grpSpPr>
        <p:sp>
          <p:nvSpPr>
            <p:cNvPr id="26" name="Freeform 26"/>
            <p:cNvSpPr/>
            <p:nvPr/>
          </p:nvSpPr>
          <p:spPr>
            <a:xfrm>
              <a:off x="0" y="0"/>
              <a:ext cx="1329191" cy="1153898"/>
            </a:xfrm>
            <a:custGeom>
              <a:avLst/>
              <a:gdLst/>
              <a:ahLst/>
              <a:cxnLst/>
              <a:rect l="l" t="t" r="r" b="b"/>
              <a:pathLst>
                <a:path w="1329191" h="1153898">
                  <a:moveTo>
                    <a:pt x="0" y="0"/>
                  </a:moveTo>
                  <a:lnTo>
                    <a:pt x="1329191" y="0"/>
                  </a:lnTo>
                  <a:lnTo>
                    <a:pt x="1329191" y="1153898"/>
                  </a:lnTo>
                  <a:lnTo>
                    <a:pt x="0" y="1153898"/>
                  </a:lnTo>
                  <a:close/>
                </a:path>
              </a:pathLst>
            </a:custGeom>
            <a:solidFill>
              <a:srgbClr val="CADC72"/>
            </a:solidFill>
          </p:spPr>
        </p:sp>
        <p:sp>
          <p:nvSpPr>
            <p:cNvPr id="27" name="TextBox 27"/>
            <p:cNvSpPr txBox="1"/>
            <p:nvPr/>
          </p:nvSpPr>
          <p:spPr>
            <a:xfrm>
              <a:off x="0" y="-57150"/>
              <a:ext cx="1329191" cy="1211048"/>
            </a:xfrm>
            <a:prstGeom prst="rect">
              <a:avLst/>
            </a:prstGeom>
          </p:spPr>
          <p:txBody>
            <a:bodyPr lIns="51815" tIns="51815" rIns="51815" bIns="51815" rtlCol="0" anchor="ctr"/>
            <a:lstStyle/>
            <a:p>
              <a:pPr algn="l">
                <a:lnSpc>
                  <a:spcPts val="3220"/>
                </a:lnSpc>
                <a:spcBef>
                  <a:spcPct val="0"/>
                </a:spcBef>
              </a:pPr>
              <a:endParaRPr/>
            </a:p>
          </p:txBody>
        </p:sp>
      </p:grpSp>
      <p:sp>
        <p:nvSpPr>
          <p:cNvPr id="28" name="Freeform 28"/>
          <p:cNvSpPr/>
          <p:nvPr/>
        </p:nvSpPr>
        <p:spPr>
          <a:xfrm flipH="1">
            <a:off x="2837557" y="1077909"/>
            <a:ext cx="3197614" cy="3141898"/>
          </a:xfrm>
          <a:custGeom>
            <a:avLst/>
            <a:gdLst/>
            <a:ahLst/>
            <a:cxnLst/>
            <a:rect l="l" t="t" r="r" b="b"/>
            <a:pathLst>
              <a:path w="3197614" h="3141898">
                <a:moveTo>
                  <a:pt x="3197614" y="0"/>
                </a:moveTo>
                <a:lnTo>
                  <a:pt x="0" y="0"/>
                </a:lnTo>
                <a:lnTo>
                  <a:pt x="0" y="3141898"/>
                </a:lnTo>
                <a:lnTo>
                  <a:pt x="3197614" y="3141898"/>
                </a:lnTo>
                <a:lnTo>
                  <a:pt x="3197614" y="0"/>
                </a:lnTo>
                <a:close/>
              </a:path>
            </a:pathLst>
          </a:custGeom>
          <a:blipFill>
            <a:blip r:embed="rId5"/>
            <a:stretch>
              <a:fillRect l="-17633" t="-349" b="-13472"/>
            </a:stretch>
          </a:blipFill>
        </p:spPr>
      </p:sp>
      <p:sp>
        <p:nvSpPr>
          <p:cNvPr id="29" name="TextBox 29"/>
          <p:cNvSpPr txBox="1"/>
          <p:nvPr/>
        </p:nvSpPr>
        <p:spPr>
          <a:xfrm>
            <a:off x="1820321" y="4246743"/>
            <a:ext cx="5037957" cy="762000"/>
          </a:xfrm>
          <a:prstGeom prst="rect">
            <a:avLst/>
          </a:prstGeom>
        </p:spPr>
        <p:txBody>
          <a:bodyPr lIns="0" tIns="0" rIns="0" bIns="0" rtlCol="0" anchor="t">
            <a:spAutoFit/>
          </a:bodyPr>
          <a:lstStyle/>
          <a:p>
            <a:pPr algn="ctr">
              <a:lnSpc>
                <a:spcPts val="6299"/>
              </a:lnSpc>
            </a:pPr>
            <a:r>
              <a:rPr lang="en-US" sz="4500" b="1">
                <a:solidFill>
                  <a:srgbClr val="0F4F36"/>
                </a:solidFill>
                <a:latin typeface="Playfair Display Bold"/>
                <a:ea typeface="Playfair Display Bold"/>
                <a:cs typeface="Playfair Display Bold"/>
                <a:sym typeface="Playfair Display Bold"/>
              </a:rPr>
              <a:t>Mahmoud Ali</a:t>
            </a:r>
          </a:p>
        </p:txBody>
      </p:sp>
      <p:sp>
        <p:nvSpPr>
          <p:cNvPr id="30" name="TextBox 30"/>
          <p:cNvSpPr txBox="1"/>
          <p:nvPr/>
        </p:nvSpPr>
        <p:spPr>
          <a:xfrm>
            <a:off x="3852408" y="6324711"/>
            <a:ext cx="1176792" cy="412750"/>
          </a:xfrm>
          <a:prstGeom prst="rect">
            <a:avLst/>
          </a:prstGeom>
        </p:spPr>
        <p:txBody>
          <a:bodyPr wrap="square" lIns="0" tIns="0" rIns="0" bIns="0" rtlCol="0" anchor="t">
            <a:spAutoFit/>
          </a:bodyPr>
          <a:lstStyle/>
          <a:p>
            <a:pPr algn="ctr">
              <a:lnSpc>
                <a:spcPts val="3499"/>
              </a:lnSpc>
            </a:pPr>
            <a:r>
              <a:rPr lang="en-US" sz="2499" b="1" dirty="0">
                <a:solidFill>
                  <a:srgbClr val="0F4F36"/>
                </a:solidFill>
                <a:latin typeface="Playfair Display Bold"/>
                <a:ea typeface="Playfair Display Bold"/>
                <a:cs typeface="Playfair Display Bold"/>
                <a:sym typeface="Playfair Display Bold"/>
              </a:rPr>
              <a:t>Age: </a:t>
            </a:r>
            <a:r>
              <a:rPr lang="en-US" sz="2499" dirty="0">
                <a:solidFill>
                  <a:srgbClr val="0F4F36"/>
                </a:solidFill>
                <a:latin typeface="Playfair Display"/>
                <a:ea typeface="Playfair Display"/>
                <a:cs typeface="Playfair Display"/>
                <a:sym typeface="Playfair Display"/>
              </a:rPr>
              <a:t>17</a:t>
            </a:r>
          </a:p>
        </p:txBody>
      </p:sp>
      <p:sp>
        <p:nvSpPr>
          <p:cNvPr id="31" name="TextBox 31"/>
          <p:cNvSpPr txBox="1"/>
          <p:nvPr/>
        </p:nvSpPr>
        <p:spPr>
          <a:xfrm>
            <a:off x="3436170" y="6825331"/>
            <a:ext cx="1974030" cy="412750"/>
          </a:xfrm>
          <a:prstGeom prst="rect">
            <a:avLst/>
          </a:prstGeom>
        </p:spPr>
        <p:txBody>
          <a:bodyPr wrap="square" lIns="0" tIns="0" rIns="0" bIns="0" rtlCol="0" anchor="t">
            <a:spAutoFit/>
          </a:bodyPr>
          <a:lstStyle/>
          <a:p>
            <a:pPr algn="ctr">
              <a:lnSpc>
                <a:spcPts val="3499"/>
              </a:lnSpc>
            </a:pPr>
            <a:r>
              <a:rPr lang="en-US" sz="2499" b="1" dirty="0">
                <a:solidFill>
                  <a:srgbClr val="0F4F36"/>
                </a:solidFill>
                <a:latin typeface="Playfair Display Bold"/>
                <a:ea typeface="Playfair Display Bold"/>
                <a:cs typeface="Playfair Display Bold"/>
                <a:sym typeface="Playfair Display Bold"/>
              </a:rPr>
              <a:t>Gender: </a:t>
            </a:r>
            <a:r>
              <a:rPr lang="en-US" sz="2499" dirty="0">
                <a:solidFill>
                  <a:srgbClr val="0F4F36"/>
                </a:solidFill>
                <a:latin typeface="Playfair Display"/>
                <a:ea typeface="Playfair Display"/>
                <a:cs typeface="Playfair Display"/>
                <a:sym typeface="Playfair Display"/>
              </a:rPr>
              <a:t>male</a:t>
            </a:r>
          </a:p>
        </p:txBody>
      </p:sp>
      <p:sp>
        <p:nvSpPr>
          <p:cNvPr id="32" name="TextBox 32"/>
          <p:cNvSpPr txBox="1"/>
          <p:nvPr/>
        </p:nvSpPr>
        <p:spPr>
          <a:xfrm>
            <a:off x="2508660" y="7314217"/>
            <a:ext cx="3792016" cy="850900"/>
          </a:xfrm>
          <a:prstGeom prst="rect">
            <a:avLst/>
          </a:prstGeom>
        </p:spPr>
        <p:txBody>
          <a:bodyPr lIns="0" tIns="0" rIns="0" bIns="0" rtlCol="0" anchor="t">
            <a:spAutoFit/>
          </a:bodyPr>
          <a:lstStyle/>
          <a:p>
            <a:pPr algn="ctr">
              <a:lnSpc>
                <a:spcPts val="3499"/>
              </a:lnSpc>
            </a:pPr>
            <a:r>
              <a:rPr lang="en-US" sz="2499" b="1">
                <a:solidFill>
                  <a:srgbClr val="0F4F36"/>
                </a:solidFill>
                <a:latin typeface="Playfair Display Bold"/>
                <a:ea typeface="Playfair Display Bold"/>
                <a:cs typeface="Playfair Display Bold"/>
                <a:sym typeface="Playfair Display Bold"/>
              </a:rPr>
              <a:t>Location: </a:t>
            </a:r>
            <a:r>
              <a:rPr lang="en-US" sz="2499">
                <a:solidFill>
                  <a:srgbClr val="0F4F36"/>
                </a:solidFill>
                <a:latin typeface="Playfair Display"/>
                <a:ea typeface="Playfair Display"/>
                <a:cs typeface="Playfair Display"/>
                <a:sym typeface="Playfair Display"/>
              </a:rPr>
              <a:t>Mansoura, Dakahlia</a:t>
            </a:r>
          </a:p>
        </p:txBody>
      </p:sp>
      <p:sp>
        <p:nvSpPr>
          <p:cNvPr id="33" name="TextBox 33"/>
          <p:cNvSpPr txBox="1"/>
          <p:nvPr/>
        </p:nvSpPr>
        <p:spPr>
          <a:xfrm>
            <a:off x="2583392" y="8127017"/>
            <a:ext cx="3726809" cy="850900"/>
          </a:xfrm>
          <a:prstGeom prst="rect">
            <a:avLst/>
          </a:prstGeom>
        </p:spPr>
        <p:txBody>
          <a:bodyPr lIns="0" tIns="0" rIns="0" bIns="0" rtlCol="0" anchor="t">
            <a:spAutoFit/>
          </a:bodyPr>
          <a:lstStyle/>
          <a:p>
            <a:pPr algn="ctr">
              <a:lnSpc>
                <a:spcPts val="3499"/>
              </a:lnSpc>
              <a:spcBef>
                <a:spcPct val="0"/>
              </a:spcBef>
            </a:pPr>
            <a:r>
              <a:rPr lang="en-US" sz="2499" b="1">
                <a:solidFill>
                  <a:srgbClr val="0F4F36"/>
                </a:solidFill>
                <a:latin typeface="Playfair Display Bold"/>
                <a:ea typeface="Playfair Display Bold"/>
                <a:cs typeface="Playfair Display Bold"/>
                <a:sym typeface="Playfair Display Bold"/>
              </a:rPr>
              <a:t>Personality:</a:t>
            </a:r>
            <a:r>
              <a:rPr lang="en-US" sz="2499">
                <a:solidFill>
                  <a:srgbClr val="0F4F36"/>
                </a:solidFill>
                <a:latin typeface="Playfair Display"/>
                <a:ea typeface="Playfair Display"/>
                <a:cs typeface="Playfair Display"/>
                <a:sym typeface="Playfair Display"/>
              </a:rPr>
              <a:t> Extrovert, Sensing </a:t>
            </a:r>
          </a:p>
        </p:txBody>
      </p:sp>
      <p:sp>
        <p:nvSpPr>
          <p:cNvPr id="34" name="TextBox 34"/>
          <p:cNvSpPr txBox="1"/>
          <p:nvPr/>
        </p:nvSpPr>
        <p:spPr>
          <a:xfrm>
            <a:off x="2508660" y="9044592"/>
            <a:ext cx="3766987" cy="412750"/>
          </a:xfrm>
          <a:prstGeom prst="rect">
            <a:avLst/>
          </a:prstGeom>
        </p:spPr>
        <p:txBody>
          <a:bodyPr lIns="0" tIns="0" rIns="0" bIns="0" rtlCol="0" anchor="t">
            <a:spAutoFit/>
          </a:bodyPr>
          <a:lstStyle/>
          <a:p>
            <a:pPr marL="0" lvl="0" indent="0" algn="ctr">
              <a:lnSpc>
                <a:spcPts val="3499"/>
              </a:lnSpc>
              <a:spcBef>
                <a:spcPct val="0"/>
              </a:spcBef>
            </a:pPr>
            <a:r>
              <a:rPr lang="en-US" sz="2499" b="1">
                <a:solidFill>
                  <a:srgbClr val="0F4F36"/>
                </a:solidFill>
                <a:latin typeface="Playfair Display Bold"/>
                <a:ea typeface="Playfair Display Bold"/>
                <a:cs typeface="Playfair Display Bold"/>
                <a:sym typeface="Playfair Display Bold"/>
              </a:rPr>
              <a:t>H</a:t>
            </a:r>
            <a:r>
              <a:rPr lang="en-US" sz="2499" b="1" u="none" strike="noStrike">
                <a:solidFill>
                  <a:srgbClr val="0F4F36"/>
                </a:solidFill>
                <a:latin typeface="Playfair Display Bold"/>
                <a:ea typeface="Playfair Display Bold"/>
                <a:cs typeface="Playfair Display Bold"/>
                <a:sym typeface="Playfair Display Bold"/>
              </a:rPr>
              <a:t>igh School Student</a:t>
            </a:r>
          </a:p>
        </p:txBody>
      </p:sp>
      <p:sp>
        <p:nvSpPr>
          <p:cNvPr id="35" name="TextBox 35"/>
          <p:cNvSpPr txBox="1"/>
          <p:nvPr/>
        </p:nvSpPr>
        <p:spPr>
          <a:xfrm>
            <a:off x="6999554" y="1469231"/>
            <a:ext cx="4965956" cy="2165350"/>
          </a:xfrm>
          <a:prstGeom prst="rect">
            <a:avLst/>
          </a:prstGeom>
        </p:spPr>
        <p:txBody>
          <a:bodyPr lIns="0" tIns="0" rIns="0" bIns="0" rtlCol="0" anchor="t">
            <a:spAutoFit/>
          </a:bodyPr>
          <a:lstStyle/>
          <a:p>
            <a:pPr algn="l">
              <a:lnSpc>
                <a:spcPts val="3499"/>
              </a:lnSpc>
            </a:pPr>
            <a:r>
              <a:rPr lang="en-US" sz="2499" b="1" u="none" strike="noStrike">
                <a:solidFill>
                  <a:srgbClr val="E5EEB9"/>
                </a:solidFill>
                <a:latin typeface="Playfair Display Bold"/>
                <a:ea typeface="Playfair Display Bold"/>
                <a:cs typeface="Playfair Display Bold"/>
                <a:sym typeface="Playfair Display Bold"/>
              </a:rPr>
              <a:t>Bio:</a:t>
            </a:r>
          </a:p>
          <a:p>
            <a:pPr algn="l">
              <a:lnSpc>
                <a:spcPts val="3499"/>
              </a:lnSpc>
            </a:pPr>
            <a:r>
              <a:rPr lang="en-US" sz="2499" b="1" u="none" strike="noStrike">
                <a:solidFill>
                  <a:srgbClr val="E5EEB9"/>
                </a:solidFill>
                <a:latin typeface="Playfair Display Bold"/>
                <a:ea typeface="Playfair Display Bold"/>
                <a:cs typeface="Playfair Display Bold"/>
                <a:sym typeface="Playfair Display Bold"/>
              </a:rPr>
              <a:t>Eager to explore future career paths and build social skills through youth activities before starting university.</a:t>
            </a:r>
          </a:p>
        </p:txBody>
      </p:sp>
      <p:sp>
        <p:nvSpPr>
          <p:cNvPr id="36" name="TextBox 36"/>
          <p:cNvSpPr txBox="1"/>
          <p:nvPr/>
        </p:nvSpPr>
        <p:spPr>
          <a:xfrm>
            <a:off x="6977670" y="4098646"/>
            <a:ext cx="5258377" cy="3041650"/>
          </a:xfrm>
          <a:prstGeom prst="rect">
            <a:avLst/>
          </a:prstGeom>
        </p:spPr>
        <p:txBody>
          <a:bodyPr lIns="0" tIns="0" rIns="0" bIns="0" rtlCol="0" anchor="t">
            <a:spAutoFit/>
          </a:bodyPr>
          <a:lstStyle/>
          <a:p>
            <a:pPr algn="l">
              <a:lnSpc>
                <a:spcPts val="3499"/>
              </a:lnSpc>
            </a:pPr>
            <a:r>
              <a:rPr lang="en-US" sz="2499" b="1">
                <a:solidFill>
                  <a:srgbClr val="E5EEB9"/>
                </a:solidFill>
                <a:latin typeface="Playfair Display Bold"/>
                <a:ea typeface="Playfair Display Bold"/>
                <a:cs typeface="Playfair Display Bold"/>
                <a:sym typeface="Playfair Display Bold"/>
              </a:rPr>
              <a:t>Frustrat</a:t>
            </a:r>
            <a:r>
              <a:rPr lang="en-US" sz="2499" b="1" u="none" strike="noStrike">
                <a:solidFill>
                  <a:srgbClr val="E5EEB9"/>
                </a:solidFill>
                <a:latin typeface="Playfair Display Bold"/>
                <a:ea typeface="Playfair Display Bold"/>
                <a:cs typeface="Playfair Display Bold"/>
                <a:sym typeface="Playfair Display Bold"/>
              </a:rPr>
              <a:t>ions:</a:t>
            </a:r>
          </a:p>
          <a:p>
            <a:pPr marL="539749" lvl="1" indent="-269875" algn="l">
              <a:lnSpc>
                <a:spcPts val="3499"/>
              </a:lnSpc>
              <a:buFont typeface="Arial"/>
              <a:buChar char="•"/>
            </a:pPr>
            <a:r>
              <a:rPr lang="en-US" sz="2499" b="1" u="none" strike="noStrike">
                <a:solidFill>
                  <a:srgbClr val="E5EEB9"/>
                </a:solidFill>
                <a:latin typeface="Playfair Display Bold"/>
                <a:ea typeface="Playfair Display Bold"/>
                <a:cs typeface="Playfair Display Bold"/>
                <a:sym typeface="Playfair Display Bold"/>
              </a:rPr>
              <a:t>Limited access to extracurricular activities </a:t>
            </a:r>
          </a:p>
          <a:p>
            <a:pPr marL="539749" lvl="1" indent="-269875" algn="l">
              <a:lnSpc>
                <a:spcPts val="3499"/>
              </a:lnSpc>
              <a:buFont typeface="Arial"/>
              <a:buChar char="•"/>
            </a:pPr>
            <a:r>
              <a:rPr lang="en-US" sz="2499" b="1" u="none" strike="noStrike">
                <a:solidFill>
                  <a:srgbClr val="E5EEB9"/>
                </a:solidFill>
                <a:latin typeface="Playfair Display Bold"/>
                <a:ea typeface="Playfair Display Bold"/>
                <a:cs typeface="Playfair Display Bold"/>
                <a:sym typeface="Playfair Display Bold"/>
              </a:rPr>
              <a:t>Lack of guidance about career paths </a:t>
            </a:r>
          </a:p>
          <a:p>
            <a:pPr marL="539749" lvl="1" indent="-269875" algn="l">
              <a:lnSpc>
                <a:spcPts val="3499"/>
              </a:lnSpc>
              <a:buFont typeface="Arial"/>
              <a:buChar char="•"/>
            </a:pPr>
            <a:r>
              <a:rPr lang="en-US" sz="2499" b="1" u="none" strike="noStrike">
                <a:solidFill>
                  <a:srgbClr val="E5EEB9"/>
                </a:solidFill>
                <a:latin typeface="Playfair Display Bold"/>
                <a:ea typeface="Playfair Display Bold"/>
                <a:cs typeface="Playfair Display Bold"/>
                <a:sym typeface="Playfair Display Bold"/>
              </a:rPr>
              <a:t>Few opportunities for skill development before university</a:t>
            </a:r>
          </a:p>
        </p:txBody>
      </p:sp>
      <p:sp>
        <p:nvSpPr>
          <p:cNvPr id="37" name="TextBox 37"/>
          <p:cNvSpPr txBox="1"/>
          <p:nvPr/>
        </p:nvSpPr>
        <p:spPr>
          <a:xfrm>
            <a:off x="12380706" y="4098646"/>
            <a:ext cx="5462291" cy="3041650"/>
          </a:xfrm>
          <a:prstGeom prst="rect">
            <a:avLst/>
          </a:prstGeom>
        </p:spPr>
        <p:txBody>
          <a:bodyPr lIns="0" tIns="0" rIns="0" bIns="0" rtlCol="0" anchor="t">
            <a:spAutoFit/>
          </a:bodyPr>
          <a:lstStyle/>
          <a:p>
            <a:pPr algn="l">
              <a:lnSpc>
                <a:spcPts val="3499"/>
              </a:lnSpc>
            </a:pPr>
            <a:r>
              <a:rPr lang="en-US" sz="2499" b="1">
                <a:solidFill>
                  <a:srgbClr val="E5EEB9"/>
                </a:solidFill>
                <a:latin typeface="Playfair Display Bold"/>
                <a:ea typeface="Playfair Display Bold"/>
                <a:cs typeface="Playfair Display Bold"/>
                <a:sym typeface="Playfair Display Bold"/>
              </a:rPr>
              <a:t>Behav</a:t>
            </a:r>
            <a:r>
              <a:rPr lang="en-US" sz="2499" b="1" u="none" strike="noStrike">
                <a:solidFill>
                  <a:srgbClr val="E5EEB9"/>
                </a:solidFill>
                <a:latin typeface="Playfair Display Bold"/>
                <a:ea typeface="Playfair Display Bold"/>
                <a:cs typeface="Playfair Display Bold"/>
                <a:sym typeface="Playfair Display Bold"/>
              </a:rPr>
              <a:t>ior:</a:t>
            </a:r>
          </a:p>
          <a:p>
            <a:pPr marL="539749" lvl="1" indent="-269875" algn="l">
              <a:lnSpc>
                <a:spcPts val="3499"/>
              </a:lnSpc>
              <a:buFont typeface="Arial"/>
              <a:buChar char="•"/>
            </a:pPr>
            <a:r>
              <a:rPr lang="en-US" sz="2499" b="1" u="none" strike="noStrike">
                <a:solidFill>
                  <a:srgbClr val="E5EEB9"/>
                </a:solidFill>
                <a:latin typeface="Playfair Display Bold"/>
                <a:ea typeface="Playfair Display Bold"/>
                <a:cs typeface="Playfair Display Bold"/>
                <a:sym typeface="Playfair Display Bold"/>
              </a:rPr>
              <a:t>Active on Facebook, Instagram, and TikTok </a:t>
            </a:r>
          </a:p>
          <a:p>
            <a:pPr marL="539749" lvl="1" indent="-269875" algn="l">
              <a:lnSpc>
                <a:spcPts val="3499"/>
              </a:lnSpc>
              <a:buFont typeface="Arial"/>
              <a:buChar char="•"/>
            </a:pPr>
            <a:r>
              <a:rPr lang="en-US" sz="2499" b="1" u="none" strike="noStrike">
                <a:solidFill>
                  <a:srgbClr val="E5EEB9"/>
                </a:solidFill>
                <a:latin typeface="Playfair Display Bold"/>
                <a:ea typeface="Playfair Display Bold"/>
                <a:cs typeface="Playfair Display Bold"/>
                <a:sym typeface="Playfair Display Bold"/>
              </a:rPr>
              <a:t>Watches short educational videos and motivational content </a:t>
            </a:r>
          </a:p>
          <a:p>
            <a:pPr marL="539749" lvl="1" indent="-269875" algn="l">
              <a:lnSpc>
                <a:spcPts val="3499"/>
              </a:lnSpc>
              <a:buFont typeface="Arial"/>
              <a:buChar char="•"/>
            </a:pPr>
            <a:r>
              <a:rPr lang="en-US" sz="2499" b="1" u="none" strike="noStrike">
                <a:solidFill>
                  <a:srgbClr val="E5EEB9"/>
                </a:solidFill>
                <a:latin typeface="Playfair Display Bold"/>
                <a:ea typeface="Playfair Display Bold"/>
                <a:cs typeface="Playfair Display Bold"/>
                <a:sym typeface="Playfair Display Bold"/>
              </a:rPr>
              <a:t>Engages with polls, competitions, and interactive posts</a:t>
            </a:r>
          </a:p>
        </p:txBody>
      </p:sp>
      <p:sp>
        <p:nvSpPr>
          <p:cNvPr id="38" name="TextBox 38"/>
          <p:cNvSpPr txBox="1"/>
          <p:nvPr/>
        </p:nvSpPr>
        <p:spPr>
          <a:xfrm>
            <a:off x="12409281" y="1490821"/>
            <a:ext cx="5402405" cy="2165350"/>
          </a:xfrm>
          <a:prstGeom prst="rect">
            <a:avLst/>
          </a:prstGeom>
        </p:spPr>
        <p:txBody>
          <a:bodyPr lIns="0" tIns="0" rIns="0" bIns="0" rtlCol="0" anchor="t">
            <a:spAutoFit/>
          </a:bodyPr>
          <a:lstStyle/>
          <a:p>
            <a:pPr algn="l">
              <a:lnSpc>
                <a:spcPts val="3499"/>
              </a:lnSpc>
            </a:pPr>
            <a:r>
              <a:rPr lang="en-US" sz="2499" b="1">
                <a:solidFill>
                  <a:srgbClr val="E5EEB9"/>
                </a:solidFill>
                <a:latin typeface="Playfair Display Bold"/>
                <a:ea typeface="Playfair Display Bold"/>
                <a:cs typeface="Playfair Display Bold"/>
                <a:sym typeface="Playfair Display Bold"/>
              </a:rPr>
              <a:t>Motivat</a:t>
            </a:r>
            <a:r>
              <a:rPr lang="en-US" sz="2499" b="1" u="none" strike="noStrike">
                <a:solidFill>
                  <a:srgbClr val="E5EEB9"/>
                </a:solidFill>
                <a:latin typeface="Playfair Display Bold"/>
                <a:ea typeface="Playfair Display Bold"/>
                <a:cs typeface="Playfair Display Bold"/>
                <a:sym typeface="Playfair Display Bold"/>
              </a:rPr>
              <a:t>ions:</a:t>
            </a:r>
          </a:p>
          <a:p>
            <a:pPr marL="539749" lvl="1" indent="-269875" algn="l">
              <a:lnSpc>
                <a:spcPts val="3499"/>
              </a:lnSpc>
              <a:buFont typeface="Arial"/>
              <a:buChar char="•"/>
            </a:pPr>
            <a:r>
              <a:rPr lang="en-US" sz="2499" b="1" u="none" strike="noStrike">
                <a:solidFill>
                  <a:srgbClr val="E5EEB9"/>
                </a:solidFill>
                <a:latin typeface="Playfair Display Bold"/>
                <a:ea typeface="Playfair Display Bold"/>
                <a:cs typeface="Playfair Display Bold"/>
                <a:sym typeface="Playfair Display Bold"/>
              </a:rPr>
              <a:t>Opportunity to join youth activities and meet new friends </a:t>
            </a:r>
          </a:p>
          <a:p>
            <a:pPr marL="539749" lvl="1" indent="-269875" algn="l">
              <a:lnSpc>
                <a:spcPts val="3499"/>
              </a:lnSpc>
              <a:buFont typeface="Arial"/>
              <a:buChar char="•"/>
            </a:pPr>
            <a:r>
              <a:rPr lang="en-US" sz="2499" b="1" u="none" strike="noStrike">
                <a:solidFill>
                  <a:srgbClr val="E5EEB9"/>
                </a:solidFill>
                <a:latin typeface="Playfair Display Bold"/>
                <a:ea typeface="Playfair Display Bold"/>
                <a:cs typeface="Playfair Display Bold"/>
                <a:sym typeface="Playfair Display Bold"/>
              </a:rPr>
              <a:t>Learn skills before university </a:t>
            </a:r>
          </a:p>
          <a:p>
            <a:pPr marL="539749" lvl="1" indent="-269875" algn="l">
              <a:lnSpc>
                <a:spcPts val="3499"/>
              </a:lnSpc>
              <a:buFont typeface="Arial"/>
              <a:buChar char="•"/>
            </a:pPr>
            <a:r>
              <a:rPr lang="en-US" sz="2499" b="1" u="none" strike="noStrike">
                <a:solidFill>
                  <a:srgbClr val="E5EEB9"/>
                </a:solidFill>
                <a:latin typeface="Playfair Display Bold"/>
                <a:ea typeface="Playfair Display Bold"/>
                <a:cs typeface="Playfair Display Bold"/>
                <a:sym typeface="Playfair Display Bold"/>
              </a:rPr>
              <a:t>Participate in workshops</a:t>
            </a:r>
          </a:p>
        </p:txBody>
      </p:sp>
      <p:sp>
        <p:nvSpPr>
          <p:cNvPr id="39" name="TextBox 39"/>
          <p:cNvSpPr txBox="1"/>
          <p:nvPr/>
        </p:nvSpPr>
        <p:spPr>
          <a:xfrm>
            <a:off x="8315378" y="7404354"/>
            <a:ext cx="9505833" cy="2165350"/>
          </a:xfrm>
          <a:prstGeom prst="rect">
            <a:avLst/>
          </a:prstGeom>
        </p:spPr>
        <p:txBody>
          <a:bodyPr lIns="0" tIns="0" rIns="0" bIns="0" rtlCol="0" anchor="t">
            <a:spAutoFit/>
          </a:bodyPr>
          <a:lstStyle/>
          <a:p>
            <a:pPr algn="l">
              <a:lnSpc>
                <a:spcPts val="3499"/>
              </a:lnSpc>
            </a:pPr>
            <a:r>
              <a:rPr lang="en-US" sz="2499" b="1">
                <a:solidFill>
                  <a:srgbClr val="E5EEB9"/>
                </a:solidFill>
                <a:latin typeface="Playfair Display Bold"/>
                <a:ea typeface="Playfair Display Bold"/>
                <a:cs typeface="Playfair Display Bold"/>
                <a:sym typeface="Playfair Display Bold"/>
              </a:rPr>
              <a:t>G</a:t>
            </a:r>
            <a:r>
              <a:rPr lang="en-US" sz="2499" b="1" u="none" strike="noStrike">
                <a:solidFill>
                  <a:srgbClr val="E5EEB9"/>
                </a:solidFill>
                <a:latin typeface="Playfair Display Bold"/>
                <a:ea typeface="Playfair Display Bold"/>
                <a:cs typeface="Playfair Display Bold"/>
                <a:sym typeface="Playfair Display Bold"/>
              </a:rPr>
              <a:t>oals:</a:t>
            </a:r>
          </a:p>
          <a:p>
            <a:pPr marL="539749" lvl="1" indent="-269875" algn="l">
              <a:lnSpc>
                <a:spcPts val="3499"/>
              </a:lnSpc>
              <a:buFont typeface="Arial"/>
              <a:buChar char="•"/>
            </a:pPr>
            <a:r>
              <a:rPr lang="en-US" sz="2499" b="1" u="none" strike="noStrike">
                <a:solidFill>
                  <a:srgbClr val="E5EEB9"/>
                </a:solidFill>
                <a:latin typeface="Playfair Display Bold"/>
                <a:ea typeface="Playfair Display Bold"/>
                <a:cs typeface="Playfair Display Bold"/>
                <a:sym typeface="Playfair Display Bold"/>
              </a:rPr>
              <a:t>Develop communication and leadership skills </a:t>
            </a:r>
          </a:p>
          <a:p>
            <a:pPr marL="539749" lvl="1" indent="-269875" algn="l">
              <a:lnSpc>
                <a:spcPts val="3499"/>
              </a:lnSpc>
              <a:buFont typeface="Arial"/>
              <a:buChar char="•"/>
            </a:pPr>
            <a:r>
              <a:rPr lang="en-US" sz="2499" b="1" u="none" strike="noStrike">
                <a:solidFill>
                  <a:srgbClr val="E5EEB9"/>
                </a:solidFill>
                <a:latin typeface="Playfair Display Bold"/>
                <a:ea typeface="Playfair Display Bold"/>
                <a:cs typeface="Playfair Display Bold"/>
                <a:sym typeface="Playfair Display Bold"/>
              </a:rPr>
              <a:t>Participate in youth activities and events </a:t>
            </a:r>
          </a:p>
          <a:p>
            <a:pPr marL="539749" lvl="1" indent="-269875" algn="l">
              <a:lnSpc>
                <a:spcPts val="3499"/>
              </a:lnSpc>
              <a:buFont typeface="Arial"/>
              <a:buChar char="•"/>
            </a:pPr>
            <a:r>
              <a:rPr lang="en-US" sz="2499" b="1" u="none" strike="noStrike">
                <a:solidFill>
                  <a:srgbClr val="E5EEB9"/>
                </a:solidFill>
                <a:latin typeface="Playfair Display Bold"/>
                <a:ea typeface="Playfair Display Bold"/>
                <a:cs typeface="Playfair Display Bold"/>
                <a:sym typeface="Playfair Display Bold"/>
              </a:rPr>
              <a:t>Discover future career interests </a:t>
            </a:r>
          </a:p>
          <a:p>
            <a:pPr marL="539749" lvl="1" indent="-269875" algn="l">
              <a:lnSpc>
                <a:spcPts val="3499"/>
              </a:lnSpc>
              <a:buFont typeface="Arial"/>
              <a:buChar char="•"/>
            </a:pPr>
            <a:r>
              <a:rPr lang="en-US" sz="2499" b="1" u="none" strike="noStrike">
                <a:solidFill>
                  <a:srgbClr val="E5EEB9"/>
                </a:solidFill>
                <a:latin typeface="Playfair Display Bold"/>
                <a:ea typeface="Playfair Display Bold"/>
                <a:cs typeface="Playfair Display Bold"/>
                <a:sym typeface="Playfair Display Bold"/>
              </a:rPr>
              <a:t>Build confidence and social connections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983510" y="676275"/>
            <a:ext cx="9734269" cy="2066925"/>
          </a:xfrm>
          <a:prstGeom prst="rect">
            <a:avLst/>
          </a:prstGeom>
        </p:spPr>
        <p:txBody>
          <a:bodyPr lIns="0" tIns="0" rIns="0" bIns="0" rtlCol="0" anchor="t">
            <a:spAutoFit/>
          </a:bodyPr>
          <a:lstStyle/>
          <a:p>
            <a:pPr marL="0" lvl="0" indent="0" algn="ctr">
              <a:lnSpc>
                <a:spcPts val="16800"/>
              </a:lnSpc>
              <a:spcBef>
                <a:spcPct val="0"/>
              </a:spcBef>
            </a:pPr>
            <a:r>
              <a:rPr lang="en-US" sz="12000">
                <a:solidFill>
                  <a:srgbClr val="0F4F36"/>
                </a:solidFill>
                <a:latin typeface="Anton"/>
                <a:ea typeface="Anton"/>
                <a:cs typeface="Anton"/>
                <a:sym typeface="Anton"/>
              </a:rPr>
              <a:t>US</a:t>
            </a:r>
            <a:r>
              <a:rPr lang="en-US" sz="12000" u="none" strike="noStrike">
                <a:solidFill>
                  <a:srgbClr val="0F4F36"/>
                </a:solidFill>
                <a:latin typeface="Anton"/>
                <a:ea typeface="Anton"/>
                <a:cs typeface="Anton"/>
                <a:sym typeface="Anton"/>
              </a:rPr>
              <a:t>P</a:t>
            </a:r>
          </a:p>
        </p:txBody>
      </p:sp>
      <p:sp>
        <p:nvSpPr>
          <p:cNvPr id="3" name="Freeform 3"/>
          <p:cNvSpPr/>
          <p:nvPr/>
        </p:nvSpPr>
        <p:spPr>
          <a:xfrm rot="-1528532" flipH="1">
            <a:off x="-2101367" y="-999340"/>
            <a:ext cx="9285265" cy="3075157"/>
          </a:xfrm>
          <a:custGeom>
            <a:avLst/>
            <a:gdLst/>
            <a:ahLst/>
            <a:cxnLst/>
            <a:rect l="l" t="t" r="r" b="b"/>
            <a:pathLst>
              <a:path w="9285265" h="3075157">
                <a:moveTo>
                  <a:pt x="9285265" y="0"/>
                </a:moveTo>
                <a:lnTo>
                  <a:pt x="0" y="0"/>
                </a:lnTo>
                <a:lnTo>
                  <a:pt x="0" y="3075157"/>
                </a:lnTo>
                <a:lnTo>
                  <a:pt x="9285265" y="3075157"/>
                </a:lnTo>
                <a:lnTo>
                  <a:pt x="9285265"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250662" y="-198827"/>
            <a:ext cx="3002535" cy="3002535"/>
          </a:xfrm>
          <a:custGeom>
            <a:avLst/>
            <a:gdLst/>
            <a:ahLst/>
            <a:cxnLst/>
            <a:rect l="l" t="t" r="r" b="b"/>
            <a:pathLst>
              <a:path w="3002535" h="3002535">
                <a:moveTo>
                  <a:pt x="0" y="0"/>
                </a:moveTo>
                <a:lnTo>
                  <a:pt x="3002535" y="0"/>
                </a:lnTo>
                <a:lnTo>
                  <a:pt x="3002535" y="3002535"/>
                </a:lnTo>
                <a:lnTo>
                  <a:pt x="0" y="3002535"/>
                </a:lnTo>
                <a:lnTo>
                  <a:pt x="0" y="0"/>
                </a:lnTo>
                <a:close/>
              </a:path>
            </a:pathLst>
          </a:custGeom>
          <a:blipFill>
            <a:blip r:embed="rId4"/>
            <a:stretch>
              <a:fillRect/>
            </a:stretch>
          </a:blipFill>
        </p:spPr>
      </p:sp>
      <p:sp>
        <p:nvSpPr>
          <p:cNvPr id="5" name="Freeform 5"/>
          <p:cNvSpPr/>
          <p:nvPr/>
        </p:nvSpPr>
        <p:spPr>
          <a:xfrm rot="1186442">
            <a:off x="10607614" y="-1296238"/>
            <a:ext cx="9285265" cy="3075157"/>
          </a:xfrm>
          <a:custGeom>
            <a:avLst/>
            <a:gdLst/>
            <a:ahLst/>
            <a:cxnLst/>
            <a:rect l="l" t="t" r="r" b="b"/>
            <a:pathLst>
              <a:path w="9285265" h="3075157">
                <a:moveTo>
                  <a:pt x="0" y="0"/>
                </a:moveTo>
                <a:lnTo>
                  <a:pt x="9285265" y="0"/>
                </a:lnTo>
                <a:lnTo>
                  <a:pt x="9285265" y="3075157"/>
                </a:lnTo>
                <a:lnTo>
                  <a:pt x="0" y="307515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10653396" y="3065098"/>
            <a:ext cx="7390197" cy="6974498"/>
          </a:xfrm>
          <a:custGeom>
            <a:avLst/>
            <a:gdLst/>
            <a:ahLst/>
            <a:cxnLst/>
            <a:rect l="l" t="t" r="r" b="b"/>
            <a:pathLst>
              <a:path w="7390197" h="6974498">
                <a:moveTo>
                  <a:pt x="0" y="0"/>
                </a:moveTo>
                <a:lnTo>
                  <a:pt x="7390197" y="0"/>
                </a:lnTo>
                <a:lnTo>
                  <a:pt x="7390197" y="6974499"/>
                </a:lnTo>
                <a:lnTo>
                  <a:pt x="0" y="697449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7" name="TextBox 7"/>
          <p:cNvSpPr txBox="1"/>
          <p:nvPr/>
        </p:nvSpPr>
        <p:spPr>
          <a:xfrm>
            <a:off x="15780991" y="4910403"/>
            <a:ext cx="2262602" cy="772336"/>
          </a:xfrm>
          <a:prstGeom prst="rect">
            <a:avLst/>
          </a:prstGeom>
        </p:spPr>
        <p:txBody>
          <a:bodyPr lIns="0" tIns="0" rIns="0" bIns="0" rtlCol="0" anchor="t">
            <a:spAutoFit/>
          </a:bodyPr>
          <a:lstStyle/>
          <a:p>
            <a:pPr algn="ctr">
              <a:lnSpc>
                <a:spcPts val="6307"/>
              </a:lnSpc>
            </a:pPr>
            <a:r>
              <a:rPr lang="en-US" sz="4505" b="1">
                <a:solidFill>
                  <a:srgbClr val="0F4F36"/>
                </a:solidFill>
                <a:latin typeface="Playfair Display Bold"/>
                <a:ea typeface="Playfair Display Bold"/>
                <a:cs typeface="Playfair Display Bold"/>
                <a:sym typeface="Playfair Display Bold"/>
              </a:rPr>
              <a:t>Passion</a:t>
            </a:r>
          </a:p>
        </p:txBody>
      </p:sp>
      <p:sp>
        <p:nvSpPr>
          <p:cNvPr id="8" name="TextBox 8"/>
          <p:cNvSpPr txBox="1"/>
          <p:nvPr/>
        </p:nvSpPr>
        <p:spPr>
          <a:xfrm>
            <a:off x="10727891" y="4910403"/>
            <a:ext cx="2467131" cy="772336"/>
          </a:xfrm>
          <a:prstGeom prst="rect">
            <a:avLst/>
          </a:prstGeom>
        </p:spPr>
        <p:txBody>
          <a:bodyPr lIns="0" tIns="0" rIns="0" bIns="0" rtlCol="0" anchor="t">
            <a:spAutoFit/>
          </a:bodyPr>
          <a:lstStyle/>
          <a:p>
            <a:pPr algn="ctr">
              <a:lnSpc>
                <a:spcPts val="6307"/>
              </a:lnSpc>
            </a:pPr>
            <a:r>
              <a:rPr lang="en-US" sz="4505" b="1">
                <a:solidFill>
                  <a:srgbClr val="0F4F36"/>
                </a:solidFill>
                <a:latin typeface="Playfair Display Bold"/>
                <a:ea typeface="Playfair Display Bold"/>
                <a:cs typeface="Playfair Display Bold"/>
                <a:sym typeface="Playfair Display Bold"/>
              </a:rPr>
              <a:t>Strength</a:t>
            </a:r>
          </a:p>
        </p:txBody>
      </p:sp>
      <p:sp>
        <p:nvSpPr>
          <p:cNvPr id="9" name="TextBox 9"/>
          <p:cNvSpPr txBox="1"/>
          <p:nvPr/>
        </p:nvSpPr>
        <p:spPr>
          <a:xfrm>
            <a:off x="12452524" y="7980940"/>
            <a:ext cx="3970608" cy="743847"/>
          </a:xfrm>
          <a:prstGeom prst="rect">
            <a:avLst/>
          </a:prstGeom>
        </p:spPr>
        <p:txBody>
          <a:bodyPr lIns="0" tIns="0" rIns="0" bIns="0" rtlCol="0" anchor="t">
            <a:spAutoFit/>
          </a:bodyPr>
          <a:lstStyle/>
          <a:p>
            <a:pPr algn="ctr">
              <a:lnSpc>
                <a:spcPts val="6045"/>
              </a:lnSpc>
            </a:pPr>
            <a:r>
              <a:rPr lang="en-US" sz="4318" b="1">
                <a:solidFill>
                  <a:srgbClr val="E5EEB9"/>
                </a:solidFill>
                <a:latin typeface="Playfair Display Bold"/>
                <a:ea typeface="Playfair Display Bold"/>
                <a:cs typeface="Playfair Display Bold"/>
                <a:sym typeface="Playfair Display Bold"/>
              </a:rPr>
              <a:t>Market Needs</a:t>
            </a:r>
          </a:p>
        </p:txBody>
      </p:sp>
      <p:sp>
        <p:nvSpPr>
          <p:cNvPr id="10" name="TextBox 10"/>
          <p:cNvSpPr txBox="1"/>
          <p:nvPr/>
        </p:nvSpPr>
        <p:spPr>
          <a:xfrm>
            <a:off x="13330593" y="5325248"/>
            <a:ext cx="2218084" cy="2031439"/>
          </a:xfrm>
          <a:prstGeom prst="rect">
            <a:avLst/>
          </a:prstGeom>
        </p:spPr>
        <p:txBody>
          <a:bodyPr lIns="0" tIns="0" rIns="0" bIns="0" rtlCol="0" anchor="t">
            <a:spAutoFit/>
          </a:bodyPr>
          <a:lstStyle/>
          <a:p>
            <a:pPr marL="0" lvl="0" indent="0" algn="ctr">
              <a:lnSpc>
                <a:spcPts val="4064"/>
              </a:lnSpc>
              <a:spcBef>
                <a:spcPct val="0"/>
              </a:spcBef>
            </a:pPr>
            <a:r>
              <a:rPr lang="en-US" sz="2903" b="1">
                <a:solidFill>
                  <a:srgbClr val="FFFFFF"/>
                </a:solidFill>
                <a:latin typeface="Playfair Display Bold"/>
                <a:ea typeface="Playfair Display Bold"/>
                <a:cs typeface="Playfair Display Bold"/>
                <a:sym typeface="Playfair Display Bold"/>
              </a:rPr>
              <a:t>Unique selling proposi-tions</a:t>
            </a:r>
          </a:p>
        </p:txBody>
      </p:sp>
      <p:sp>
        <p:nvSpPr>
          <p:cNvPr id="11" name="TextBox 11"/>
          <p:cNvSpPr txBox="1"/>
          <p:nvPr/>
        </p:nvSpPr>
        <p:spPr>
          <a:xfrm>
            <a:off x="609600" y="3493000"/>
            <a:ext cx="9067505" cy="3607141"/>
          </a:xfrm>
          <a:prstGeom prst="rect">
            <a:avLst/>
          </a:prstGeom>
        </p:spPr>
        <p:txBody>
          <a:bodyPr wrap="square" lIns="0" tIns="0" rIns="0" bIns="0" rtlCol="0" anchor="t">
            <a:spAutoFit/>
          </a:bodyPr>
          <a:lstStyle/>
          <a:p>
            <a:pPr marL="0" lvl="0" indent="0" algn="l">
              <a:lnSpc>
                <a:spcPts val="5599"/>
              </a:lnSpc>
              <a:spcBef>
                <a:spcPct val="0"/>
              </a:spcBef>
            </a:pPr>
            <a:r>
              <a:rPr lang="en-US" sz="5400" b="1" u="none" strike="noStrike" dirty="0">
                <a:solidFill>
                  <a:srgbClr val="0F4F36"/>
                </a:solidFill>
                <a:latin typeface="Times New Roman MT Bold"/>
                <a:ea typeface="Times New Roman MT Bold"/>
                <a:cs typeface="Times New Roman MT Bold"/>
                <a:sym typeface="Times New Roman MT Bold"/>
              </a:rPr>
              <a:t>"Empowering </a:t>
            </a:r>
            <a:r>
              <a:rPr lang="en-US" sz="5400" b="1" u="none" strike="noStrike" dirty="0" err="1">
                <a:solidFill>
                  <a:srgbClr val="0F4F36"/>
                </a:solidFill>
                <a:latin typeface="Times New Roman MT Bold"/>
                <a:ea typeface="Times New Roman MT Bold"/>
                <a:cs typeface="Times New Roman MT Bold"/>
                <a:sym typeface="Times New Roman MT Bold"/>
              </a:rPr>
              <a:t>Dakahlia</a:t>
            </a:r>
            <a:r>
              <a:rPr lang="en-US" sz="5400" b="1" u="none" strike="noStrike" dirty="0">
                <a:solidFill>
                  <a:srgbClr val="0F4F36"/>
                </a:solidFill>
                <a:latin typeface="Times New Roman MT Bold"/>
                <a:ea typeface="Times New Roman MT Bold"/>
                <a:cs typeface="Times New Roman MT Bold"/>
                <a:sym typeface="Times New Roman MT Bold"/>
              </a:rPr>
              <a:t> youth through hands-on volunteering, skill development workshops, and leadership opportunities all in one initiative."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983510" y="676275"/>
            <a:ext cx="9734269" cy="2066925"/>
          </a:xfrm>
          <a:prstGeom prst="rect">
            <a:avLst/>
          </a:prstGeom>
        </p:spPr>
        <p:txBody>
          <a:bodyPr lIns="0" tIns="0" rIns="0" bIns="0" rtlCol="0" anchor="t">
            <a:spAutoFit/>
          </a:bodyPr>
          <a:lstStyle/>
          <a:p>
            <a:pPr marL="0" lvl="0" indent="0" algn="ctr">
              <a:lnSpc>
                <a:spcPts val="16800"/>
              </a:lnSpc>
              <a:spcBef>
                <a:spcPct val="0"/>
              </a:spcBef>
            </a:pPr>
            <a:r>
              <a:rPr lang="en-US" sz="12000">
                <a:solidFill>
                  <a:srgbClr val="0F4F36"/>
                </a:solidFill>
                <a:latin typeface="Anton"/>
                <a:ea typeface="Anton"/>
                <a:cs typeface="Anton"/>
                <a:sym typeface="Anton"/>
              </a:rPr>
              <a:t>7 </a:t>
            </a:r>
            <a:r>
              <a:rPr lang="en-US" sz="12000" u="none" strike="noStrike">
                <a:solidFill>
                  <a:srgbClr val="0F4F36"/>
                </a:solidFill>
                <a:latin typeface="Anton"/>
                <a:ea typeface="Anton"/>
                <a:cs typeface="Anton"/>
                <a:sym typeface="Anton"/>
              </a:rPr>
              <a:t>PS</a:t>
            </a:r>
          </a:p>
        </p:txBody>
      </p:sp>
      <p:sp>
        <p:nvSpPr>
          <p:cNvPr id="3" name="Freeform 3"/>
          <p:cNvSpPr/>
          <p:nvPr/>
        </p:nvSpPr>
        <p:spPr>
          <a:xfrm rot="-1528532" flipH="1">
            <a:off x="-2101367" y="-999340"/>
            <a:ext cx="9285265" cy="3075157"/>
          </a:xfrm>
          <a:custGeom>
            <a:avLst/>
            <a:gdLst/>
            <a:ahLst/>
            <a:cxnLst/>
            <a:rect l="l" t="t" r="r" b="b"/>
            <a:pathLst>
              <a:path w="9285265" h="3075157">
                <a:moveTo>
                  <a:pt x="9285265" y="0"/>
                </a:moveTo>
                <a:lnTo>
                  <a:pt x="0" y="0"/>
                </a:lnTo>
                <a:lnTo>
                  <a:pt x="0" y="3075157"/>
                </a:lnTo>
                <a:lnTo>
                  <a:pt x="9285265" y="3075157"/>
                </a:lnTo>
                <a:lnTo>
                  <a:pt x="9285265"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250662" y="-198827"/>
            <a:ext cx="3002535" cy="3002535"/>
          </a:xfrm>
          <a:custGeom>
            <a:avLst/>
            <a:gdLst/>
            <a:ahLst/>
            <a:cxnLst/>
            <a:rect l="l" t="t" r="r" b="b"/>
            <a:pathLst>
              <a:path w="3002535" h="3002535">
                <a:moveTo>
                  <a:pt x="0" y="0"/>
                </a:moveTo>
                <a:lnTo>
                  <a:pt x="3002535" y="0"/>
                </a:lnTo>
                <a:lnTo>
                  <a:pt x="3002535" y="3002535"/>
                </a:lnTo>
                <a:lnTo>
                  <a:pt x="0" y="3002535"/>
                </a:lnTo>
                <a:lnTo>
                  <a:pt x="0" y="0"/>
                </a:lnTo>
                <a:close/>
              </a:path>
            </a:pathLst>
          </a:custGeom>
          <a:blipFill>
            <a:blip r:embed="rId4"/>
            <a:stretch>
              <a:fillRect/>
            </a:stretch>
          </a:blipFill>
        </p:spPr>
      </p:sp>
      <p:sp>
        <p:nvSpPr>
          <p:cNvPr id="5" name="Freeform 5"/>
          <p:cNvSpPr/>
          <p:nvPr/>
        </p:nvSpPr>
        <p:spPr>
          <a:xfrm rot="1186442">
            <a:off x="10607614" y="-1296238"/>
            <a:ext cx="9285265" cy="3075157"/>
          </a:xfrm>
          <a:custGeom>
            <a:avLst/>
            <a:gdLst/>
            <a:ahLst/>
            <a:cxnLst/>
            <a:rect l="l" t="t" r="r" b="b"/>
            <a:pathLst>
              <a:path w="9285265" h="3075157">
                <a:moveTo>
                  <a:pt x="0" y="0"/>
                </a:moveTo>
                <a:lnTo>
                  <a:pt x="9285265" y="0"/>
                </a:lnTo>
                <a:lnTo>
                  <a:pt x="9285265" y="3075157"/>
                </a:lnTo>
                <a:lnTo>
                  <a:pt x="0" y="307515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557080" y="3100152"/>
            <a:ext cx="17173841" cy="6303780"/>
          </a:xfrm>
          <a:custGeom>
            <a:avLst/>
            <a:gdLst/>
            <a:ahLst/>
            <a:cxnLst/>
            <a:rect l="l" t="t" r="r" b="b"/>
            <a:pathLst>
              <a:path w="17173841" h="6303780">
                <a:moveTo>
                  <a:pt x="0" y="0"/>
                </a:moveTo>
                <a:lnTo>
                  <a:pt x="17173840" y="0"/>
                </a:lnTo>
                <a:lnTo>
                  <a:pt x="17173840" y="6303780"/>
                </a:lnTo>
                <a:lnTo>
                  <a:pt x="0" y="6303780"/>
                </a:lnTo>
                <a:lnTo>
                  <a:pt x="0" y="0"/>
                </a:lnTo>
                <a:close/>
              </a:path>
            </a:pathLst>
          </a:custGeom>
          <a:blipFill>
            <a:blip r:embed="rId5"/>
            <a:stretch>
              <a:fillRect l="-4457" t="-39041" r="-5039" b="-27457"/>
            </a:stretch>
          </a:blipFill>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780157" y="-20457"/>
            <a:ext cx="3515810" cy="5143500"/>
          </a:xfrm>
          <a:custGeom>
            <a:avLst/>
            <a:gdLst/>
            <a:ahLst/>
            <a:cxnLst/>
            <a:rect l="l" t="t" r="r" b="b"/>
            <a:pathLst>
              <a:path w="3515810" h="5143500">
                <a:moveTo>
                  <a:pt x="3515810" y="0"/>
                </a:moveTo>
                <a:lnTo>
                  <a:pt x="0" y="0"/>
                </a:lnTo>
                <a:lnTo>
                  <a:pt x="0" y="5143500"/>
                </a:lnTo>
                <a:lnTo>
                  <a:pt x="3515810" y="5143500"/>
                </a:lnTo>
                <a:lnTo>
                  <a:pt x="351581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flipV="1">
            <a:off x="-780157" y="5570718"/>
            <a:ext cx="3617714" cy="5292582"/>
          </a:xfrm>
          <a:custGeom>
            <a:avLst/>
            <a:gdLst/>
            <a:ahLst/>
            <a:cxnLst/>
            <a:rect l="l" t="t" r="r" b="b"/>
            <a:pathLst>
              <a:path w="3617714" h="5292582">
                <a:moveTo>
                  <a:pt x="3617714" y="5292582"/>
                </a:moveTo>
                <a:lnTo>
                  <a:pt x="0" y="5292582"/>
                </a:lnTo>
                <a:lnTo>
                  <a:pt x="0" y="0"/>
                </a:lnTo>
                <a:lnTo>
                  <a:pt x="3617714" y="0"/>
                </a:lnTo>
                <a:lnTo>
                  <a:pt x="3617714" y="5292582"/>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5450443" y="-298378"/>
            <a:ext cx="3515810" cy="5143500"/>
          </a:xfrm>
          <a:custGeom>
            <a:avLst/>
            <a:gdLst/>
            <a:ahLst/>
            <a:cxnLst/>
            <a:rect l="l" t="t" r="r" b="b"/>
            <a:pathLst>
              <a:path w="3515810" h="5143500">
                <a:moveTo>
                  <a:pt x="0" y="0"/>
                </a:moveTo>
                <a:lnTo>
                  <a:pt x="3515810" y="0"/>
                </a:lnTo>
                <a:lnTo>
                  <a:pt x="3515810" y="5143500"/>
                </a:lnTo>
                <a:lnTo>
                  <a:pt x="0" y="51435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flipV="1">
            <a:off x="15450443" y="5292797"/>
            <a:ext cx="3617714" cy="5292582"/>
          </a:xfrm>
          <a:custGeom>
            <a:avLst/>
            <a:gdLst/>
            <a:ahLst/>
            <a:cxnLst/>
            <a:rect l="l" t="t" r="r" b="b"/>
            <a:pathLst>
              <a:path w="3617714" h="5292582">
                <a:moveTo>
                  <a:pt x="0" y="5292581"/>
                </a:moveTo>
                <a:lnTo>
                  <a:pt x="3617714" y="5292581"/>
                </a:lnTo>
                <a:lnTo>
                  <a:pt x="3617714" y="0"/>
                </a:lnTo>
                <a:lnTo>
                  <a:pt x="0" y="0"/>
                </a:lnTo>
                <a:lnTo>
                  <a:pt x="0" y="5292581"/>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3134124" y="2901060"/>
            <a:ext cx="12019751" cy="2391737"/>
          </a:xfrm>
          <a:prstGeom prst="rect">
            <a:avLst/>
          </a:prstGeom>
        </p:spPr>
        <p:txBody>
          <a:bodyPr lIns="0" tIns="0" rIns="0" bIns="0" rtlCol="0" anchor="t">
            <a:spAutoFit/>
          </a:bodyPr>
          <a:lstStyle/>
          <a:p>
            <a:pPr marL="0" lvl="0" indent="0" algn="ctr">
              <a:lnSpc>
                <a:spcPts val="19433"/>
              </a:lnSpc>
              <a:spcBef>
                <a:spcPct val="0"/>
              </a:spcBef>
            </a:pPr>
            <a:r>
              <a:rPr lang="en-US" sz="13881" dirty="0">
                <a:solidFill>
                  <a:srgbClr val="0F4F36"/>
                </a:solidFill>
                <a:latin typeface="Anton"/>
                <a:ea typeface="Anton"/>
                <a:cs typeface="Anton"/>
                <a:sym typeface="Anton"/>
              </a:rPr>
              <a:t>Content Cal</a:t>
            </a:r>
            <a:r>
              <a:rPr lang="en-US" sz="13881" u="none" strike="noStrike" dirty="0">
                <a:solidFill>
                  <a:srgbClr val="0F4F36"/>
                </a:solidFill>
                <a:latin typeface="Anton"/>
                <a:ea typeface="Anton"/>
                <a:cs typeface="Anton"/>
                <a:sym typeface="Anton"/>
              </a:rPr>
              <a:t>endar</a:t>
            </a:r>
          </a:p>
        </p:txBody>
      </p:sp>
      <p:sp>
        <p:nvSpPr>
          <p:cNvPr id="7" name="Freeform 7"/>
          <p:cNvSpPr/>
          <p:nvPr/>
        </p:nvSpPr>
        <p:spPr>
          <a:xfrm>
            <a:off x="-250662" y="-198827"/>
            <a:ext cx="3002535" cy="3002535"/>
          </a:xfrm>
          <a:custGeom>
            <a:avLst/>
            <a:gdLst/>
            <a:ahLst/>
            <a:cxnLst/>
            <a:rect l="l" t="t" r="r" b="b"/>
            <a:pathLst>
              <a:path w="3002535" h="3002535">
                <a:moveTo>
                  <a:pt x="0" y="0"/>
                </a:moveTo>
                <a:lnTo>
                  <a:pt x="3002535" y="0"/>
                </a:lnTo>
                <a:lnTo>
                  <a:pt x="3002535" y="3002535"/>
                </a:lnTo>
                <a:lnTo>
                  <a:pt x="0" y="3002535"/>
                </a:lnTo>
                <a:lnTo>
                  <a:pt x="0" y="0"/>
                </a:lnTo>
                <a:close/>
              </a:path>
            </a:pathLst>
          </a:custGeom>
          <a:blipFill>
            <a:blip r:embed="rId4"/>
            <a:stretch>
              <a:fillRect/>
            </a:stretch>
          </a:blipFill>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1" name="Group 51"/>
          <p:cNvGrpSpPr/>
          <p:nvPr/>
        </p:nvGrpSpPr>
        <p:grpSpPr>
          <a:xfrm>
            <a:off x="14344151" y="5008014"/>
            <a:ext cx="1948480" cy="2014944"/>
            <a:chOff x="0" y="-209277"/>
            <a:chExt cx="513180" cy="530686"/>
          </a:xfrm>
        </p:grpSpPr>
        <p:sp>
          <p:nvSpPr>
            <p:cNvPr id="52" name="Freeform 52"/>
            <p:cNvSpPr/>
            <p:nvPr/>
          </p:nvSpPr>
          <p:spPr>
            <a:xfrm>
              <a:off x="0" y="0"/>
              <a:ext cx="477285" cy="225886"/>
            </a:xfrm>
            <a:custGeom>
              <a:avLst/>
              <a:gdLst/>
              <a:ahLst/>
              <a:cxnLst/>
              <a:rect l="l" t="t" r="r" b="b"/>
              <a:pathLst>
                <a:path w="477285" h="225886">
                  <a:moveTo>
                    <a:pt x="0" y="0"/>
                  </a:moveTo>
                  <a:lnTo>
                    <a:pt x="477285" y="0"/>
                  </a:lnTo>
                  <a:lnTo>
                    <a:pt x="477285" y="225886"/>
                  </a:lnTo>
                  <a:lnTo>
                    <a:pt x="0" y="225886"/>
                  </a:lnTo>
                  <a:close/>
                </a:path>
              </a:pathLst>
            </a:custGeom>
            <a:solidFill>
              <a:srgbClr val="E5EEB9"/>
            </a:solidFill>
          </p:spPr>
        </p:sp>
        <p:sp>
          <p:nvSpPr>
            <p:cNvPr id="53" name="TextBox 53"/>
            <p:cNvSpPr txBox="1"/>
            <p:nvPr/>
          </p:nvSpPr>
          <p:spPr>
            <a:xfrm>
              <a:off x="35895" y="-209277"/>
              <a:ext cx="477285" cy="530686"/>
            </a:xfrm>
            <a:prstGeom prst="rect">
              <a:avLst/>
            </a:prstGeom>
          </p:spPr>
          <p:txBody>
            <a:bodyPr lIns="50800" tIns="50800" rIns="50800" bIns="50800" rtlCol="0" anchor="ctr"/>
            <a:lstStyle/>
            <a:p>
              <a:pPr algn="ctr">
                <a:lnSpc>
                  <a:spcPts val="4200"/>
                </a:lnSpc>
              </a:pPr>
              <a:r>
                <a:rPr lang="en-US" sz="3000" b="1" dirty="0">
                  <a:solidFill>
                    <a:srgbClr val="000000"/>
                  </a:solidFill>
                  <a:latin typeface="Badr Bold"/>
                  <a:ea typeface="Badr Bold"/>
                  <a:cs typeface="Badr Bold"/>
                  <a:sym typeface="Badr Bold"/>
                </a:rPr>
                <a:t>Emotional</a:t>
              </a:r>
            </a:p>
          </p:txBody>
        </p:sp>
      </p:grpSp>
      <p:grpSp>
        <p:nvGrpSpPr>
          <p:cNvPr id="26" name="Group 26"/>
          <p:cNvGrpSpPr/>
          <p:nvPr/>
        </p:nvGrpSpPr>
        <p:grpSpPr>
          <a:xfrm>
            <a:off x="14408346" y="6874716"/>
            <a:ext cx="2121220" cy="2014944"/>
            <a:chOff x="0" y="-152400"/>
            <a:chExt cx="558675" cy="530686"/>
          </a:xfrm>
        </p:grpSpPr>
        <p:sp>
          <p:nvSpPr>
            <p:cNvPr id="27" name="Freeform 27"/>
            <p:cNvSpPr/>
            <p:nvPr/>
          </p:nvSpPr>
          <p:spPr>
            <a:xfrm>
              <a:off x="0" y="0"/>
              <a:ext cx="460377" cy="225886"/>
            </a:xfrm>
            <a:custGeom>
              <a:avLst/>
              <a:gdLst/>
              <a:ahLst/>
              <a:cxnLst/>
              <a:rect l="l" t="t" r="r" b="b"/>
              <a:pathLst>
                <a:path w="460377" h="225886">
                  <a:moveTo>
                    <a:pt x="0" y="0"/>
                  </a:moveTo>
                  <a:lnTo>
                    <a:pt x="460377" y="0"/>
                  </a:lnTo>
                  <a:lnTo>
                    <a:pt x="460377" y="225886"/>
                  </a:lnTo>
                  <a:lnTo>
                    <a:pt x="0" y="225886"/>
                  </a:lnTo>
                  <a:close/>
                </a:path>
              </a:pathLst>
            </a:custGeom>
            <a:solidFill>
              <a:srgbClr val="E5EEB9"/>
            </a:solidFill>
          </p:spPr>
        </p:sp>
        <p:sp>
          <p:nvSpPr>
            <p:cNvPr id="28" name="TextBox 28"/>
            <p:cNvSpPr txBox="1"/>
            <p:nvPr/>
          </p:nvSpPr>
          <p:spPr>
            <a:xfrm>
              <a:off x="98298" y="-152400"/>
              <a:ext cx="460377" cy="530686"/>
            </a:xfrm>
            <a:prstGeom prst="rect">
              <a:avLst/>
            </a:prstGeom>
          </p:spPr>
          <p:txBody>
            <a:bodyPr lIns="50800" tIns="50800" rIns="50800" bIns="50800" rtlCol="0" anchor="ctr"/>
            <a:lstStyle/>
            <a:p>
              <a:pPr algn="ctr">
                <a:lnSpc>
                  <a:spcPts val="4200"/>
                </a:lnSpc>
              </a:pPr>
              <a:r>
                <a:rPr lang="en-US" sz="3000" b="1" dirty="0">
                  <a:solidFill>
                    <a:srgbClr val="000000"/>
                  </a:solidFill>
                  <a:latin typeface="Badr Bold"/>
                  <a:ea typeface="Badr Bold"/>
                  <a:cs typeface="Badr Bold"/>
                  <a:sym typeface="Badr Bold"/>
                </a:rPr>
                <a:t>Fun</a:t>
              </a:r>
            </a:p>
          </p:txBody>
        </p:sp>
      </p:grpSp>
      <p:grpSp>
        <p:nvGrpSpPr>
          <p:cNvPr id="43" name="Group 43"/>
          <p:cNvGrpSpPr/>
          <p:nvPr/>
        </p:nvGrpSpPr>
        <p:grpSpPr>
          <a:xfrm>
            <a:off x="14344151" y="3351902"/>
            <a:ext cx="2116416" cy="2014944"/>
            <a:chOff x="0" y="-195404"/>
            <a:chExt cx="557410" cy="530686"/>
          </a:xfrm>
        </p:grpSpPr>
        <p:sp>
          <p:nvSpPr>
            <p:cNvPr id="44" name="Freeform 44"/>
            <p:cNvSpPr/>
            <p:nvPr/>
          </p:nvSpPr>
          <p:spPr>
            <a:xfrm>
              <a:off x="0" y="0"/>
              <a:ext cx="477285" cy="225886"/>
            </a:xfrm>
            <a:custGeom>
              <a:avLst/>
              <a:gdLst/>
              <a:ahLst/>
              <a:cxnLst/>
              <a:rect l="l" t="t" r="r" b="b"/>
              <a:pathLst>
                <a:path w="477285" h="225886">
                  <a:moveTo>
                    <a:pt x="0" y="0"/>
                  </a:moveTo>
                  <a:lnTo>
                    <a:pt x="477285" y="0"/>
                  </a:lnTo>
                  <a:lnTo>
                    <a:pt x="477285" y="225886"/>
                  </a:lnTo>
                  <a:lnTo>
                    <a:pt x="0" y="225886"/>
                  </a:lnTo>
                  <a:close/>
                </a:path>
              </a:pathLst>
            </a:custGeom>
            <a:solidFill>
              <a:srgbClr val="E5EEB9"/>
            </a:solidFill>
          </p:spPr>
        </p:sp>
        <p:sp>
          <p:nvSpPr>
            <p:cNvPr id="45" name="TextBox 45"/>
            <p:cNvSpPr txBox="1"/>
            <p:nvPr/>
          </p:nvSpPr>
          <p:spPr>
            <a:xfrm>
              <a:off x="80125" y="-195404"/>
              <a:ext cx="477285" cy="530686"/>
            </a:xfrm>
            <a:prstGeom prst="rect">
              <a:avLst/>
            </a:prstGeom>
          </p:spPr>
          <p:txBody>
            <a:bodyPr lIns="50800" tIns="50800" rIns="50800" bIns="50800" rtlCol="0" anchor="ctr"/>
            <a:lstStyle/>
            <a:p>
              <a:pPr algn="ctr">
                <a:lnSpc>
                  <a:spcPts val="4200"/>
                </a:lnSpc>
              </a:pPr>
              <a:r>
                <a:rPr lang="en-US" sz="3000" b="1" dirty="0">
                  <a:solidFill>
                    <a:srgbClr val="000000"/>
                  </a:solidFill>
                  <a:latin typeface="Badr Bold"/>
                  <a:ea typeface="Badr Bold"/>
                  <a:cs typeface="Badr Bold"/>
                  <a:sym typeface="Badr Bold"/>
                </a:rPr>
                <a:t>Visuals</a:t>
              </a:r>
            </a:p>
          </p:txBody>
        </p:sp>
      </p:grpSp>
      <p:sp>
        <p:nvSpPr>
          <p:cNvPr id="2" name="Freeform 2"/>
          <p:cNvSpPr/>
          <p:nvPr/>
        </p:nvSpPr>
        <p:spPr>
          <a:xfrm rot="-1528532" flipH="1">
            <a:off x="-2101367" y="-999340"/>
            <a:ext cx="9285265" cy="3075157"/>
          </a:xfrm>
          <a:custGeom>
            <a:avLst/>
            <a:gdLst/>
            <a:ahLst/>
            <a:cxnLst/>
            <a:rect l="l" t="t" r="r" b="b"/>
            <a:pathLst>
              <a:path w="9285265" h="3075157">
                <a:moveTo>
                  <a:pt x="9285265" y="0"/>
                </a:moveTo>
                <a:lnTo>
                  <a:pt x="0" y="0"/>
                </a:lnTo>
                <a:lnTo>
                  <a:pt x="0" y="3075157"/>
                </a:lnTo>
                <a:lnTo>
                  <a:pt x="9285265" y="3075157"/>
                </a:lnTo>
                <a:lnTo>
                  <a:pt x="9285265"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250662" y="-198827"/>
            <a:ext cx="3002535" cy="3002535"/>
          </a:xfrm>
          <a:custGeom>
            <a:avLst/>
            <a:gdLst/>
            <a:ahLst/>
            <a:cxnLst/>
            <a:rect l="l" t="t" r="r" b="b"/>
            <a:pathLst>
              <a:path w="3002535" h="3002535">
                <a:moveTo>
                  <a:pt x="0" y="0"/>
                </a:moveTo>
                <a:lnTo>
                  <a:pt x="3002535" y="0"/>
                </a:lnTo>
                <a:lnTo>
                  <a:pt x="3002535" y="3002535"/>
                </a:lnTo>
                <a:lnTo>
                  <a:pt x="0" y="3002535"/>
                </a:lnTo>
                <a:lnTo>
                  <a:pt x="0" y="0"/>
                </a:lnTo>
                <a:close/>
              </a:path>
            </a:pathLst>
          </a:custGeom>
          <a:blipFill>
            <a:blip r:embed="rId4"/>
            <a:stretch>
              <a:fillRect/>
            </a:stretch>
          </a:blipFill>
        </p:spPr>
      </p:sp>
      <p:sp>
        <p:nvSpPr>
          <p:cNvPr id="4" name="Freeform 4"/>
          <p:cNvSpPr/>
          <p:nvPr/>
        </p:nvSpPr>
        <p:spPr>
          <a:xfrm rot="1186442">
            <a:off x="10607614" y="-1296238"/>
            <a:ext cx="9285265" cy="3075157"/>
          </a:xfrm>
          <a:custGeom>
            <a:avLst/>
            <a:gdLst/>
            <a:ahLst/>
            <a:cxnLst/>
            <a:rect l="l" t="t" r="r" b="b"/>
            <a:pathLst>
              <a:path w="9285265" h="3075157">
                <a:moveTo>
                  <a:pt x="0" y="0"/>
                </a:moveTo>
                <a:lnTo>
                  <a:pt x="9285265" y="0"/>
                </a:lnTo>
                <a:lnTo>
                  <a:pt x="9285265" y="3075157"/>
                </a:lnTo>
                <a:lnTo>
                  <a:pt x="0" y="307515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aphicFrame>
        <p:nvGraphicFramePr>
          <p:cNvPr id="6" name="Table 6"/>
          <p:cNvGraphicFramePr>
            <a:graphicFrameLocks noGrp="1"/>
          </p:cNvGraphicFramePr>
          <p:nvPr>
            <p:extLst>
              <p:ext uri="{D42A27DB-BD31-4B8C-83A1-F6EECF244321}">
                <p14:modId xmlns:p14="http://schemas.microsoft.com/office/powerpoint/2010/main" val="2905658010"/>
              </p:ext>
            </p:extLst>
          </p:nvPr>
        </p:nvGraphicFramePr>
        <p:xfrm>
          <a:off x="802591" y="2985623"/>
          <a:ext cx="13676810" cy="5848816"/>
        </p:xfrm>
        <a:graphic>
          <a:graphicData uri="http://schemas.openxmlformats.org/drawingml/2006/table">
            <a:tbl>
              <a:tblPr/>
              <a:tblGrid>
                <a:gridCol w="1953830">
                  <a:extLst>
                    <a:ext uri="{9D8B030D-6E8A-4147-A177-3AD203B41FA5}">
                      <a16:colId xmlns:a16="http://schemas.microsoft.com/office/drawing/2014/main" val="20000"/>
                    </a:ext>
                  </a:extLst>
                </a:gridCol>
                <a:gridCol w="1953830">
                  <a:extLst>
                    <a:ext uri="{9D8B030D-6E8A-4147-A177-3AD203B41FA5}">
                      <a16:colId xmlns:a16="http://schemas.microsoft.com/office/drawing/2014/main" val="20001"/>
                    </a:ext>
                  </a:extLst>
                </a:gridCol>
                <a:gridCol w="1953830">
                  <a:extLst>
                    <a:ext uri="{9D8B030D-6E8A-4147-A177-3AD203B41FA5}">
                      <a16:colId xmlns:a16="http://schemas.microsoft.com/office/drawing/2014/main" val="20002"/>
                    </a:ext>
                  </a:extLst>
                </a:gridCol>
                <a:gridCol w="1953830">
                  <a:extLst>
                    <a:ext uri="{9D8B030D-6E8A-4147-A177-3AD203B41FA5}">
                      <a16:colId xmlns:a16="http://schemas.microsoft.com/office/drawing/2014/main" val="20003"/>
                    </a:ext>
                  </a:extLst>
                </a:gridCol>
                <a:gridCol w="1953830">
                  <a:extLst>
                    <a:ext uri="{9D8B030D-6E8A-4147-A177-3AD203B41FA5}">
                      <a16:colId xmlns:a16="http://schemas.microsoft.com/office/drawing/2014/main" val="20004"/>
                    </a:ext>
                  </a:extLst>
                </a:gridCol>
                <a:gridCol w="1953830">
                  <a:extLst>
                    <a:ext uri="{9D8B030D-6E8A-4147-A177-3AD203B41FA5}">
                      <a16:colId xmlns:a16="http://schemas.microsoft.com/office/drawing/2014/main" val="20005"/>
                    </a:ext>
                  </a:extLst>
                </a:gridCol>
                <a:gridCol w="1953830">
                  <a:extLst>
                    <a:ext uri="{9D8B030D-6E8A-4147-A177-3AD203B41FA5}">
                      <a16:colId xmlns:a16="http://schemas.microsoft.com/office/drawing/2014/main" val="20006"/>
                    </a:ext>
                  </a:extLst>
                </a:gridCol>
              </a:tblGrid>
              <a:tr h="1620136">
                <a:tc>
                  <a:txBody>
                    <a:bodyPr/>
                    <a:lstStyle/>
                    <a:p>
                      <a:pPr marL="0" lvl="0" indent="0" algn="ctr">
                        <a:lnSpc>
                          <a:spcPts val="7423"/>
                        </a:lnSpc>
                        <a:spcBef>
                          <a:spcPct val="0"/>
                        </a:spcBef>
                        <a:defRPr/>
                      </a:pPr>
                      <a:r>
                        <a:rPr lang="en-US" sz="5302" b="1" dirty="0">
                          <a:solidFill>
                            <a:srgbClr val="FFFFFF"/>
                          </a:solidFill>
                          <a:latin typeface="Badr Bold"/>
                          <a:ea typeface="Badr Bold"/>
                          <a:cs typeface="Badr Bold"/>
                          <a:sym typeface="Badr Bold"/>
                        </a:rPr>
                        <a:t>Sun</a:t>
                      </a:r>
                      <a:endParaRPr lang="en-US" sz="1100" dirty="0"/>
                    </a:p>
                  </a:txBody>
                  <a:tcPr marL="168361" marR="168361" marT="168361" marB="168361" anchor="ctr">
                    <a:lnL w="33672" cap="flat" cmpd="sng" algn="ctr">
                      <a:solidFill>
                        <a:srgbClr val="000000"/>
                      </a:solidFill>
                      <a:prstDash val="solid"/>
                      <a:round/>
                      <a:headEnd type="none" w="med" len="med"/>
                      <a:tailEnd type="none" w="med" len="med"/>
                    </a:lnL>
                    <a:lnR w="33672" cap="flat" cmpd="sng" algn="ctr">
                      <a:solidFill>
                        <a:srgbClr val="000000"/>
                      </a:solidFill>
                      <a:prstDash val="solid"/>
                      <a:round/>
                      <a:headEnd type="none" w="med" len="med"/>
                      <a:tailEnd type="none" w="med" len="med"/>
                    </a:lnR>
                    <a:lnT w="33672" cap="flat" cmpd="sng" algn="ctr">
                      <a:solidFill>
                        <a:srgbClr val="000000"/>
                      </a:solidFill>
                      <a:prstDash val="solid"/>
                      <a:round/>
                      <a:headEnd type="none" w="med" len="med"/>
                      <a:tailEnd type="none" w="med" len="med"/>
                    </a:lnT>
                    <a:lnB w="33672" cap="flat" cmpd="sng" algn="ctr">
                      <a:solidFill>
                        <a:srgbClr val="000000"/>
                      </a:solidFill>
                      <a:prstDash val="solid"/>
                      <a:round/>
                      <a:headEnd type="none" w="med" len="med"/>
                      <a:tailEnd type="none" w="med" len="med"/>
                    </a:lnB>
                    <a:solidFill>
                      <a:srgbClr val="0F4F36"/>
                    </a:solidFill>
                  </a:tcPr>
                </a:tc>
                <a:tc>
                  <a:txBody>
                    <a:bodyPr/>
                    <a:lstStyle/>
                    <a:p>
                      <a:pPr marL="0" lvl="0" indent="0" algn="ctr">
                        <a:lnSpc>
                          <a:spcPts val="7423"/>
                        </a:lnSpc>
                        <a:spcBef>
                          <a:spcPct val="0"/>
                        </a:spcBef>
                        <a:defRPr/>
                      </a:pPr>
                      <a:r>
                        <a:rPr lang="en-US" sz="5302" b="1">
                          <a:solidFill>
                            <a:srgbClr val="FFFFFF"/>
                          </a:solidFill>
                          <a:latin typeface="Badr Bold"/>
                          <a:ea typeface="Badr Bold"/>
                          <a:cs typeface="Badr Bold"/>
                          <a:sym typeface="Badr Bold"/>
                        </a:rPr>
                        <a:t>Mon</a:t>
                      </a:r>
                      <a:endParaRPr lang="en-US" sz="1100"/>
                    </a:p>
                  </a:txBody>
                  <a:tcPr marL="168361" marR="168361" marT="168361" marB="168361" anchor="ctr">
                    <a:lnL w="33672" cap="flat" cmpd="sng" algn="ctr">
                      <a:solidFill>
                        <a:srgbClr val="000000"/>
                      </a:solidFill>
                      <a:prstDash val="solid"/>
                      <a:round/>
                      <a:headEnd type="none" w="med" len="med"/>
                      <a:tailEnd type="none" w="med" len="med"/>
                    </a:lnL>
                    <a:lnR w="33672" cap="flat" cmpd="sng" algn="ctr">
                      <a:solidFill>
                        <a:srgbClr val="000000"/>
                      </a:solidFill>
                      <a:prstDash val="solid"/>
                      <a:round/>
                      <a:headEnd type="none" w="med" len="med"/>
                      <a:tailEnd type="none" w="med" len="med"/>
                    </a:lnR>
                    <a:lnT w="33672" cap="flat" cmpd="sng" algn="ctr">
                      <a:solidFill>
                        <a:srgbClr val="000000"/>
                      </a:solidFill>
                      <a:prstDash val="solid"/>
                      <a:round/>
                      <a:headEnd type="none" w="med" len="med"/>
                      <a:tailEnd type="none" w="med" len="med"/>
                    </a:lnT>
                    <a:lnB w="33672" cap="flat" cmpd="sng" algn="ctr">
                      <a:solidFill>
                        <a:srgbClr val="000000"/>
                      </a:solidFill>
                      <a:prstDash val="solid"/>
                      <a:round/>
                      <a:headEnd type="none" w="med" len="med"/>
                      <a:tailEnd type="none" w="med" len="med"/>
                    </a:lnB>
                    <a:solidFill>
                      <a:srgbClr val="0F4F36"/>
                    </a:solidFill>
                  </a:tcPr>
                </a:tc>
                <a:tc>
                  <a:txBody>
                    <a:bodyPr/>
                    <a:lstStyle/>
                    <a:p>
                      <a:pPr marL="0" lvl="0" indent="0" algn="ctr">
                        <a:lnSpc>
                          <a:spcPts val="7423"/>
                        </a:lnSpc>
                        <a:spcBef>
                          <a:spcPct val="0"/>
                        </a:spcBef>
                        <a:defRPr/>
                      </a:pPr>
                      <a:r>
                        <a:rPr lang="en-US" sz="5302" b="1" dirty="0">
                          <a:solidFill>
                            <a:srgbClr val="FFFFFF"/>
                          </a:solidFill>
                          <a:latin typeface="Badr Bold"/>
                          <a:ea typeface="Badr Bold"/>
                          <a:cs typeface="Badr Bold"/>
                          <a:sym typeface="Badr Bold"/>
                        </a:rPr>
                        <a:t>Tue</a:t>
                      </a:r>
                      <a:endParaRPr lang="en-US" sz="1100" dirty="0"/>
                    </a:p>
                  </a:txBody>
                  <a:tcPr marL="168361" marR="168361" marT="168361" marB="168361" anchor="ctr">
                    <a:lnL w="33672" cap="flat" cmpd="sng" algn="ctr">
                      <a:solidFill>
                        <a:srgbClr val="000000"/>
                      </a:solidFill>
                      <a:prstDash val="solid"/>
                      <a:round/>
                      <a:headEnd type="none" w="med" len="med"/>
                      <a:tailEnd type="none" w="med" len="med"/>
                    </a:lnL>
                    <a:lnR w="33672" cap="flat" cmpd="sng" algn="ctr">
                      <a:solidFill>
                        <a:srgbClr val="000000"/>
                      </a:solidFill>
                      <a:prstDash val="solid"/>
                      <a:round/>
                      <a:headEnd type="none" w="med" len="med"/>
                      <a:tailEnd type="none" w="med" len="med"/>
                    </a:lnR>
                    <a:lnT w="33672" cap="flat" cmpd="sng" algn="ctr">
                      <a:solidFill>
                        <a:srgbClr val="000000"/>
                      </a:solidFill>
                      <a:prstDash val="solid"/>
                      <a:round/>
                      <a:headEnd type="none" w="med" len="med"/>
                      <a:tailEnd type="none" w="med" len="med"/>
                    </a:lnT>
                    <a:lnB w="33672" cap="flat" cmpd="sng" algn="ctr">
                      <a:solidFill>
                        <a:srgbClr val="000000"/>
                      </a:solidFill>
                      <a:prstDash val="solid"/>
                      <a:round/>
                      <a:headEnd type="none" w="med" len="med"/>
                      <a:tailEnd type="none" w="med" len="med"/>
                    </a:lnB>
                    <a:solidFill>
                      <a:srgbClr val="0F4F36"/>
                    </a:solidFill>
                  </a:tcPr>
                </a:tc>
                <a:tc>
                  <a:txBody>
                    <a:bodyPr/>
                    <a:lstStyle/>
                    <a:p>
                      <a:pPr marL="0" lvl="0" indent="0" algn="ctr">
                        <a:lnSpc>
                          <a:spcPts val="7423"/>
                        </a:lnSpc>
                        <a:spcBef>
                          <a:spcPct val="0"/>
                        </a:spcBef>
                        <a:defRPr/>
                      </a:pPr>
                      <a:r>
                        <a:rPr lang="en-US" sz="5302" b="1" dirty="0">
                          <a:solidFill>
                            <a:srgbClr val="FFFFFF"/>
                          </a:solidFill>
                          <a:latin typeface="Badr Bold"/>
                          <a:ea typeface="Badr Bold"/>
                          <a:cs typeface="Badr Bold"/>
                          <a:sym typeface="Badr Bold"/>
                        </a:rPr>
                        <a:t>Wed</a:t>
                      </a:r>
                      <a:endParaRPr lang="en-US" sz="1100" dirty="0"/>
                    </a:p>
                  </a:txBody>
                  <a:tcPr marL="168361" marR="168361" marT="168361" marB="168361" anchor="ctr">
                    <a:lnL w="33672" cap="flat" cmpd="sng" algn="ctr">
                      <a:solidFill>
                        <a:srgbClr val="000000"/>
                      </a:solidFill>
                      <a:prstDash val="solid"/>
                      <a:round/>
                      <a:headEnd type="none" w="med" len="med"/>
                      <a:tailEnd type="none" w="med" len="med"/>
                    </a:lnL>
                    <a:lnR w="33672" cap="flat" cmpd="sng" algn="ctr">
                      <a:solidFill>
                        <a:srgbClr val="000000"/>
                      </a:solidFill>
                      <a:prstDash val="solid"/>
                      <a:round/>
                      <a:headEnd type="none" w="med" len="med"/>
                      <a:tailEnd type="none" w="med" len="med"/>
                    </a:lnR>
                    <a:lnT w="33672" cap="flat" cmpd="sng" algn="ctr">
                      <a:solidFill>
                        <a:srgbClr val="000000"/>
                      </a:solidFill>
                      <a:prstDash val="solid"/>
                      <a:round/>
                      <a:headEnd type="none" w="med" len="med"/>
                      <a:tailEnd type="none" w="med" len="med"/>
                    </a:lnT>
                    <a:lnB w="33672" cap="flat" cmpd="sng" algn="ctr">
                      <a:solidFill>
                        <a:srgbClr val="000000"/>
                      </a:solidFill>
                      <a:prstDash val="solid"/>
                      <a:round/>
                      <a:headEnd type="none" w="med" len="med"/>
                      <a:tailEnd type="none" w="med" len="med"/>
                    </a:lnB>
                    <a:solidFill>
                      <a:srgbClr val="0F4F36"/>
                    </a:solidFill>
                  </a:tcPr>
                </a:tc>
                <a:tc>
                  <a:txBody>
                    <a:bodyPr/>
                    <a:lstStyle/>
                    <a:p>
                      <a:pPr marL="0" lvl="0" indent="0" algn="ctr">
                        <a:lnSpc>
                          <a:spcPts val="7423"/>
                        </a:lnSpc>
                        <a:spcBef>
                          <a:spcPct val="0"/>
                        </a:spcBef>
                        <a:defRPr/>
                      </a:pPr>
                      <a:r>
                        <a:rPr lang="en-US" sz="5302" b="1" dirty="0">
                          <a:solidFill>
                            <a:srgbClr val="FFFFFF"/>
                          </a:solidFill>
                          <a:latin typeface="Badr Bold"/>
                          <a:ea typeface="Badr Bold"/>
                          <a:cs typeface="Badr Bold"/>
                          <a:sym typeface="Badr Bold"/>
                        </a:rPr>
                        <a:t>Thu</a:t>
                      </a:r>
                      <a:endParaRPr lang="en-US" sz="1100" dirty="0"/>
                    </a:p>
                  </a:txBody>
                  <a:tcPr marL="168361" marR="168361" marT="168361" marB="168361" anchor="ctr">
                    <a:lnL w="33672" cap="flat" cmpd="sng" algn="ctr">
                      <a:solidFill>
                        <a:srgbClr val="000000"/>
                      </a:solidFill>
                      <a:prstDash val="solid"/>
                      <a:round/>
                      <a:headEnd type="none" w="med" len="med"/>
                      <a:tailEnd type="none" w="med" len="med"/>
                    </a:lnL>
                    <a:lnR w="33672" cap="flat" cmpd="sng" algn="ctr">
                      <a:solidFill>
                        <a:srgbClr val="000000"/>
                      </a:solidFill>
                      <a:prstDash val="solid"/>
                      <a:round/>
                      <a:headEnd type="none" w="med" len="med"/>
                      <a:tailEnd type="none" w="med" len="med"/>
                    </a:lnR>
                    <a:lnT w="33672" cap="flat" cmpd="sng" algn="ctr">
                      <a:solidFill>
                        <a:srgbClr val="000000"/>
                      </a:solidFill>
                      <a:prstDash val="solid"/>
                      <a:round/>
                      <a:headEnd type="none" w="med" len="med"/>
                      <a:tailEnd type="none" w="med" len="med"/>
                    </a:lnT>
                    <a:lnB w="33672" cap="flat" cmpd="sng" algn="ctr">
                      <a:solidFill>
                        <a:srgbClr val="000000"/>
                      </a:solidFill>
                      <a:prstDash val="solid"/>
                      <a:round/>
                      <a:headEnd type="none" w="med" len="med"/>
                      <a:tailEnd type="none" w="med" len="med"/>
                    </a:lnB>
                    <a:solidFill>
                      <a:srgbClr val="0F4F36"/>
                    </a:solidFill>
                  </a:tcPr>
                </a:tc>
                <a:tc>
                  <a:txBody>
                    <a:bodyPr/>
                    <a:lstStyle/>
                    <a:p>
                      <a:pPr marL="0" lvl="0" indent="0" algn="ctr">
                        <a:lnSpc>
                          <a:spcPts val="7423"/>
                        </a:lnSpc>
                        <a:spcBef>
                          <a:spcPct val="0"/>
                        </a:spcBef>
                        <a:defRPr/>
                      </a:pPr>
                      <a:r>
                        <a:rPr lang="en-US" sz="5302" b="1" dirty="0">
                          <a:solidFill>
                            <a:srgbClr val="FFFFFF"/>
                          </a:solidFill>
                          <a:latin typeface="Badr Bold"/>
                          <a:ea typeface="Badr Bold"/>
                          <a:cs typeface="Badr Bold"/>
                          <a:sym typeface="Badr Bold"/>
                        </a:rPr>
                        <a:t>Fri</a:t>
                      </a:r>
                      <a:endParaRPr lang="en-US" sz="1100" dirty="0"/>
                    </a:p>
                  </a:txBody>
                  <a:tcPr marL="168361" marR="168361" marT="168361" marB="168361" anchor="ctr">
                    <a:lnL w="33672" cap="flat" cmpd="sng" algn="ctr">
                      <a:solidFill>
                        <a:srgbClr val="000000"/>
                      </a:solidFill>
                      <a:prstDash val="solid"/>
                      <a:round/>
                      <a:headEnd type="none" w="med" len="med"/>
                      <a:tailEnd type="none" w="med" len="med"/>
                    </a:lnL>
                    <a:lnR w="33672" cap="flat" cmpd="sng" algn="ctr">
                      <a:solidFill>
                        <a:srgbClr val="000000"/>
                      </a:solidFill>
                      <a:prstDash val="solid"/>
                      <a:round/>
                      <a:headEnd type="none" w="med" len="med"/>
                      <a:tailEnd type="none" w="med" len="med"/>
                    </a:lnR>
                    <a:lnT w="33672" cap="flat" cmpd="sng" algn="ctr">
                      <a:solidFill>
                        <a:srgbClr val="000000"/>
                      </a:solidFill>
                      <a:prstDash val="solid"/>
                      <a:round/>
                      <a:headEnd type="none" w="med" len="med"/>
                      <a:tailEnd type="none" w="med" len="med"/>
                    </a:lnT>
                    <a:lnB w="33672" cap="flat" cmpd="sng" algn="ctr">
                      <a:solidFill>
                        <a:srgbClr val="000000"/>
                      </a:solidFill>
                      <a:prstDash val="solid"/>
                      <a:round/>
                      <a:headEnd type="none" w="med" len="med"/>
                      <a:tailEnd type="none" w="med" len="med"/>
                    </a:lnB>
                    <a:solidFill>
                      <a:srgbClr val="0F4F36"/>
                    </a:solidFill>
                  </a:tcPr>
                </a:tc>
                <a:tc>
                  <a:txBody>
                    <a:bodyPr/>
                    <a:lstStyle/>
                    <a:p>
                      <a:pPr marL="0" lvl="0" indent="0" algn="ctr">
                        <a:lnSpc>
                          <a:spcPts val="7423"/>
                        </a:lnSpc>
                        <a:spcBef>
                          <a:spcPct val="0"/>
                        </a:spcBef>
                        <a:defRPr/>
                      </a:pPr>
                      <a:r>
                        <a:rPr lang="en-US" sz="5302" b="1" dirty="0">
                          <a:solidFill>
                            <a:srgbClr val="FFFFFF"/>
                          </a:solidFill>
                          <a:latin typeface="Badr Bold"/>
                          <a:ea typeface="Badr Bold"/>
                          <a:cs typeface="Badr Bold"/>
                          <a:sym typeface="Badr Bold"/>
                        </a:rPr>
                        <a:t>Sat</a:t>
                      </a:r>
                      <a:endParaRPr lang="en-US" sz="1100" dirty="0"/>
                    </a:p>
                  </a:txBody>
                  <a:tcPr marL="168361" marR="168361" marT="168361" marB="168361" anchor="ctr">
                    <a:lnL w="33672" cap="flat" cmpd="sng" algn="ctr">
                      <a:solidFill>
                        <a:srgbClr val="000000"/>
                      </a:solidFill>
                      <a:prstDash val="solid"/>
                      <a:round/>
                      <a:headEnd type="none" w="med" len="med"/>
                      <a:tailEnd type="none" w="med" len="med"/>
                    </a:lnL>
                    <a:lnR w="33672" cap="flat" cmpd="sng" algn="ctr">
                      <a:solidFill>
                        <a:srgbClr val="000000"/>
                      </a:solidFill>
                      <a:prstDash val="solid"/>
                      <a:round/>
                      <a:headEnd type="none" w="med" len="med"/>
                      <a:tailEnd type="none" w="med" len="med"/>
                    </a:lnR>
                    <a:lnT w="33672" cap="flat" cmpd="sng" algn="ctr">
                      <a:solidFill>
                        <a:srgbClr val="000000"/>
                      </a:solidFill>
                      <a:prstDash val="solid"/>
                      <a:round/>
                      <a:headEnd type="none" w="med" len="med"/>
                      <a:tailEnd type="none" w="med" len="med"/>
                    </a:lnT>
                    <a:lnB w="33672" cap="flat" cmpd="sng" algn="ctr">
                      <a:solidFill>
                        <a:srgbClr val="000000"/>
                      </a:solidFill>
                      <a:prstDash val="solid"/>
                      <a:round/>
                      <a:headEnd type="none" w="med" len="med"/>
                      <a:tailEnd type="none" w="med" len="med"/>
                    </a:lnB>
                    <a:solidFill>
                      <a:srgbClr val="0F4F36"/>
                    </a:solidFill>
                  </a:tcPr>
                </a:tc>
                <a:extLst>
                  <a:ext uri="{0D108BD9-81ED-4DB2-BD59-A6C34878D82A}">
                    <a16:rowId xmlns:a16="http://schemas.microsoft.com/office/drawing/2014/main" val="10000"/>
                  </a:ext>
                </a:extLst>
              </a:tr>
              <a:tr h="845736">
                <a:tc>
                  <a:txBody>
                    <a:bodyPr/>
                    <a:lstStyle/>
                    <a:p>
                      <a:pPr algn="just">
                        <a:lnSpc>
                          <a:spcPts val="3711"/>
                        </a:lnSpc>
                        <a:defRPr/>
                      </a:pPr>
                      <a:r>
                        <a:rPr lang="en-US" sz="2651" b="1">
                          <a:solidFill>
                            <a:srgbClr val="000000"/>
                          </a:solidFill>
                          <a:latin typeface="Playfair Display Bold"/>
                          <a:ea typeface="Playfair Display Bold"/>
                          <a:cs typeface="Playfair Display Bold"/>
                          <a:sym typeface="Playfair Display Bold"/>
                        </a:rPr>
                        <a:t>15-3</a:t>
                      </a:r>
                      <a:endParaRPr lang="en-US" sz="1100"/>
                    </a:p>
                  </a:txBody>
                  <a:tcPr marL="168361" marR="168361" marT="168361" marB="168361" anchor="ctr">
                    <a:lnL w="33672" cap="flat" cmpd="sng" algn="ctr">
                      <a:solidFill>
                        <a:srgbClr val="000000"/>
                      </a:solidFill>
                      <a:prstDash val="solid"/>
                      <a:round/>
                      <a:headEnd type="none" w="med" len="med"/>
                      <a:tailEnd type="none" w="med" len="med"/>
                    </a:lnL>
                    <a:lnR w="33672" cap="flat" cmpd="sng" algn="ctr">
                      <a:solidFill>
                        <a:srgbClr val="000000"/>
                      </a:solidFill>
                      <a:prstDash val="solid"/>
                      <a:round/>
                      <a:headEnd type="none" w="med" len="med"/>
                      <a:tailEnd type="none" w="med" len="med"/>
                    </a:lnR>
                    <a:lnT w="33672" cap="flat" cmpd="sng" algn="ctr">
                      <a:solidFill>
                        <a:srgbClr val="000000"/>
                      </a:solidFill>
                      <a:prstDash val="solid"/>
                      <a:round/>
                      <a:headEnd type="none" w="med" len="med"/>
                      <a:tailEnd type="none" w="med" len="med"/>
                    </a:lnT>
                    <a:lnB w="33672" cap="flat" cmpd="sng" algn="ctr">
                      <a:solidFill>
                        <a:srgbClr val="000000"/>
                      </a:solidFill>
                      <a:prstDash val="solid"/>
                      <a:round/>
                      <a:headEnd type="none" w="med" len="med"/>
                      <a:tailEnd type="none" w="med" len="med"/>
                    </a:lnB>
                    <a:solidFill>
                      <a:srgbClr val="E5EEB9"/>
                    </a:solidFill>
                  </a:tcPr>
                </a:tc>
                <a:tc>
                  <a:txBody>
                    <a:bodyPr/>
                    <a:lstStyle/>
                    <a:p>
                      <a:pPr algn="just">
                        <a:lnSpc>
                          <a:spcPts val="3711"/>
                        </a:lnSpc>
                        <a:defRPr/>
                      </a:pPr>
                      <a:endParaRPr lang="en-US" sz="1100"/>
                    </a:p>
                  </a:txBody>
                  <a:tcPr marL="168361" marR="168361" marT="168361" marB="168361" anchor="ctr">
                    <a:lnL w="33672" cap="flat" cmpd="sng" algn="ctr">
                      <a:solidFill>
                        <a:srgbClr val="000000"/>
                      </a:solidFill>
                      <a:prstDash val="solid"/>
                      <a:round/>
                      <a:headEnd type="none" w="med" len="med"/>
                      <a:tailEnd type="none" w="med" len="med"/>
                    </a:lnL>
                    <a:lnR w="33672" cap="flat" cmpd="sng" algn="ctr">
                      <a:solidFill>
                        <a:srgbClr val="000000"/>
                      </a:solidFill>
                      <a:prstDash val="solid"/>
                      <a:round/>
                      <a:headEnd type="none" w="med" len="med"/>
                      <a:tailEnd type="none" w="med" len="med"/>
                    </a:lnR>
                    <a:lnT w="33672" cap="flat" cmpd="sng" algn="ctr">
                      <a:solidFill>
                        <a:srgbClr val="000000"/>
                      </a:solidFill>
                      <a:prstDash val="solid"/>
                      <a:round/>
                      <a:headEnd type="none" w="med" len="med"/>
                      <a:tailEnd type="none" w="med" len="med"/>
                    </a:lnT>
                    <a:lnB w="33672" cap="flat" cmpd="sng" algn="ctr">
                      <a:solidFill>
                        <a:srgbClr val="000000"/>
                      </a:solidFill>
                      <a:prstDash val="solid"/>
                      <a:round/>
                      <a:headEnd type="none" w="med" len="med"/>
                      <a:tailEnd type="none" w="med" len="med"/>
                    </a:lnB>
                    <a:solidFill>
                      <a:srgbClr val="0F4F36"/>
                    </a:solidFill>
                  </a:tcPr>
                </a:tc>
                <a:tc>
                  <a:txBody>
                    <a:bodyPr/>
                    <a:lstStyle/>
                    <a:p>
                      <a:pPr algn="just">
                        <a:lnSpc>
                          <a:spcPts val="3711"/>
                        </a:lnSpc>
                        <a:defRPr/>
                      </a:pPr>
                      <a:r>
                        <a:rPr lang="en-US" sz="2651" b="1">
                          <a:solidFill>
                            <a:srgbClr val="000000"/>
                          </a:solidFill>
                          <a:latin typeface="Playfair Display Bold"/>
                          <a:ea typeface="Playfair Display Bold"/>
                          <a:cs typeface="Playfair Display Bold"/>
                          <a:sym typeface="Playfair Display Bold"/>
                        </a:rPr>
                        <a:t>17-3</a:t>
                      </a:r>
                      <a:endParaRPr lang="en-US" sz="1100"/>
                    </a:p>
                  </a:txBody>
                  <a:tcPr marL="168361" marR="168361" marT="168361" marB="168361" anchor="ctr">
                    <a:lnL w="33672" cap="flat" cmpd="sng" algn="ctr">
                      <a:solidFill>
                        <a:srgbClr val="000000"/>
                      </a:solidFill>
                      <a:prstDash val="solid"/>
                      <a:round/>
                      <a:headEnd type="none" w="med" len="med"/>
                      <a:tailEnd type="none" w="med" len="med"/>
                    </a:lnL>
                    <a:lnR w="33672" cap="flat" cmpd="sng" algn="ctr">
                      <a:solidFill>
                        <a:srgbClr val="000000"/>
                      </a:solidFill>
                      <a:prstDash val="solid"/>
                      <a:round/>
                      <a:headEnd type="none" w="med" len="med"/>
                      <a:tailEnd type="none" w="med" len="med"/>
                    </a:lnR>
                    <a:lnT w="33672" cap="flat" cmpd="sng" algn="ctr">
                      <a:solidFill>
                        <a:srgbClr val="000000"/>
                      </a:solidFill>
                      <a:prstDash val="solid"/>
                      <a:round/>
                      <a:headEnd type="none" w="med" len="med"/>
                      <a:tailEnd type="none" w="med" len="med"/>
                    </a:lnT>
                    <a:lnB w="33672" cap="flat" cmpd="sng" algn="ctr">
                      <a:solidFill>
                        <a:srgbClr val="000000"/>
                      </a:solidFill>
                      <a:prstDash val="solid"/>
                      <a:round/>
                      <a:headEnd type="none" w="med" len="med"/>
                      <a:tailEnd type="none" w="med" len="med"/>
                    </a:lnB>
                    <a:solidFill>
                      <a:srgbClr val="E5EEB9"/>
                    </a:solidFill>
                  </a:tcPr>
                </a:tc>
                <a:tc>
                  <a:txBody>
                    <a:bodyPr/>
                    <a:lstStyle/>
                    <a:p>
                      <a:pPr algn="just">
                        <a:lnSpc>
                          <a:spcPts val="3711"/>
                        </a:lnSpc>
                        <a:defRPr/>
                      </a:pPr>
                      <a:r>
                        <a:rPr lang="en-US" sz="2651" b="1">
                          <a:solidFill>
                            <a:srgbClr val="000000"/>
                          </a:solidFill>
                          <a:latin typeface="Playfair Display Bold"/>
                          <a:ea typeface="Playfair Display Bold"/>
                          <a:cs typeface="Playfair Display Bold"/>
                          <a:sym typeface="Playfair Display Bold"/>
                        </a:rPr>
                        <a:t>18-3</a:t>
                      </a:r>
                      <a:endParaRPr lang="en-US" sz="1100"/>
                    </a:p>
                  </a:txBody>
                  <a:tcPr marL="168361" marR="168361" marT="168361" marB="168361" anchor="ctr">
                    <a:lnL w="33672" cap="flat" cmpd="sng" algn="ctr">
                      <a:solidFill>
                        <a:srgbClr val="000000"/>
                      </a:solidFill>
                      <a:prstDash val="solid"/>
                      <a:round/>
                      <a:headEnd type="none" w="med" len="med"/>
                      <a:tailEnd type="none" w="med" len="med"/>
                    </a:lnL>
                    <a:lnR w="33672" cap="flat" cmpd="sng" algn="ctr">
                      <a:solidFill>
                        <a:srgbClr val="000000"/>
                      </a:solidFill>
                      <a:prstDash val="solid"/>
                      <a:round/>
                      <a:headEnd type="none" w="med" len="med"/>
                      <a:tailEnd type="none" w="med" len="med"/>
                    </a:lnR>
                    <a:lnT w="33672" cap="flat" cmpd="sng" algn="ctr">
                      <a:solidFill>
                        <a:srgbClr val="000000"/>
                      </a:solidFill>
                      <a:prstDash val="solid"/>
                      <a:round/>
                      <a:headEnd type="none" w="med" len="med"/>
                      <a:tailEnd type="none" w="med" len="med"/>
                    </a:lnT>
                    <a:lnB w="33672" cap="flat" cmpd="sng" algn="ctr">
                      <a:solidFill>
                        <a:srgbClr val="000000"/>
                      </a:solidFill>
                      <a:prstDash val="solid"/>
                      <a:round/>
                      <a:headEnd type="none" w="med" len="med"/>
                      <a:tailEnd type="none" w="med" len="med"/>
                    </a:lnB>
                    <a:solidFill>
                      <a:srgbClr val="E5EEB9"/>
                    </a:solidFill>
                  </a:tcPr>
                </a:tc>
                <a:tc>
                  <a:txBody>
                    <a:bodyPr/>
                    <a:lstStyle/>
                    <a:p>
                      <a:pPr algn="just">
                        <a:lnSpc>
                          <a:spcPts val="3711"/>
                        </a:lnSpc>
                        <a:defRPr/>
                      </a:pPr>
                      <a:endParaRPr lang="en-US" sz="1100" dirty="0"/>
                    </a:p>
                  </a:txBody>
                  <a:tcPr marL="168361" marR="168361" marT="168361" marB="168361" anchor="ctr">
                    <a:lnL w="33672" cap="flat" cmpd="sng" algn="ctr">
                      <a:solidFill>
                        <a:srgbClr val="000000"/>
                      </a:solidFill>
                      <a:prstDash val="solid"/>
                      <a:round/>
                      <a:headEnd type="none" w="med" len="med"/>
                      <a:tailEnd type="none" w="med" len="med"/>
                    </a:lnL>
                    <a:lnR w="33672" cap="flat" cmpd="sng" algn="ctr">
                      <a:solidFill>
                        <a:srgbClr val="000000"/>
                      </a:solidFill>
                      <a:prstDash val="solid"/>
                      <a:round/>
                      <a:headEnd type="none" w="med" len="med"/>
                      <a:tailEnd type="none" w="med" len="med"/>
                    </a:lnR>
                    <a:lnT w="33672" cap="flat" cmpd="sng" algn="ctr">
                      <a:solidFill>
                        <a:srgbClr val="000000"/>
                      </a:solidFill>
                      <a:prstDash val="solid"/>
                      <a:round/>
                      <a:headEnd type="none" w="med" len="med"/>
                      <a:tailEnd type="none" w="med" len="med"/>
                    </a:lnT>
                    <a:lnB w="33672" cap="flat" cmpd="sng" algn="ctr">
                      <a:solidFill>
                        <a:srgbClr val="000000"/>
                      </a:solidFill>
                      <a:prstDash val="solid"/>
                      <a:round/>
                      <a:headEnd type="none" w="med" len="med"/>
                      <a:tailEnd type="none" w="med" len="med"/>
                    </a:lnB>
                    <a:solidFill>
                      <a:srgbClr val="0F4F36"/>
                    </a:solidFill>
                  </a:tcPr>
                </a:tc>
                <a:tc>
                  <a:txBody>
                    <a:bodyPr/>
                    <a:lstStyle/>
                    <a:p>
                      <a:pPr algn="just">
                        <a:lnSpc>
                          <a:spcPts val="3711"/>
                        </a:lnSpc>
                        <a:defRPr/>
                      </a:pPr>
                      <a:r>
                        <a:rPr lang="en-US" sz="2651" b="1">
                          <a:solidFill>
                            <a:srgbClr val="000000"/>
                          </a:solidFill>
                          <a:latin typeface="Playfair Display Bold"/>
                          <a:ea typeface="Playfair Display Bold"/>
                          <a:cs typeface="Playfair Display Bold"/>
                          <a:sym typeface="Playfair Display Bold"/>
                        </a:rPr>
                        <a:t>20-3</a:t>
                      </a:r>
                      <a:endParaRPr lang="en-US" sz="1100"/>
                    </a:p>
                  </a:txBody>
                  <a:tcPr marL="168361" marR="168361" marT="168361" marB="168361" anchor="ctr">
                    <a:lnL w="33672" cap="flat" cmpd="sng" algn="ctr">
                      <a:solidFill>
                        <a:srgbClr val="000000"/>
                      </a:solidFill>
                      <a:prstDash val="solid"/>
                      <a:round/>
                      <a:headEnd type="none" w="med" len="med"/>
                      <a:tailEnd type="none" w="med" len="med"/>
                    </a:lnL>
                    <a:lnR w="33672" cap="flat" cmpd="sng" algn="ctr">
                      <a:solidFill>
                        <a:srgbClr val="000000"/>
                      </a:solidFill>
                      <a:prstDash val="solid"/>
                      <a:round/>
                      <a:headEnd type="none" w="med" len="med"/>
                      <a:tailEnd type="none" w="med" len="med"/>
                    </a:lnR>
                    <a:lnT w="33672" cap="flat" cmpd="sng" algn="ctr">
                      <a:solidFill>
                        <a:srgbClr val="000000"/>
                      </a:solidFill>
                      <a:prstDash val="solid"/>
                      <a:round/>
                      <a:headEnd type="none" w="med" len="med"/>
                      <a:tailEnd type="none" w="med" len="med"/>
                    </a:lnT>
                    <a:lnB w="33672" cap="flat" cmpd="sng" algn="ctr">
                      <a:solidFill>
                        <a:srgbClr val="000000"/>
                      </a:solidFill>
                      <a:prstDash val="solid"/>
                      <a:round/>
                      <a:headEnd type="none" w="med" len="med"/>
                      <a:tailEnd type="none" w="med" len="med"/>
                    </a:lnB>
                    <a:solidFill>
                      <a:srgbClr val="E5EEB9"/>
                    </a:solidFill>
                  </a:tcPr>
                </a:tc>
                <a:tc>
                  <a:txBody>
                    <a:bodyPr/>
                    <a:lstStyle/>
                    <a:p>
                      <a:pPr algn="just">
                        <a:lnSpc>
                          <a:spcPts val="3711"/>
                        </a:lnSpc>
                        <a:defRPr/>
                      </a:pPr>
                      <a:r>
                        <a:rPr lang="en-US" sz="2651" b="1">
                          <a:solidFill>
                            <a:srgbClr val="000000"/>
                          </a:solidFill>
                          <a:latin typeface="Playfair Display Bold"/>
                          <a:ea typeface="Playfair Display Bold"/>
                          <a:cs typeface="Playfair Display Bold"/>
                          <a:sym typeface="Playfair Display Bold"/>
                        </a:rPr>
                        <a:t>21-30</a:t>
                      </a:r>
                      <a:endParaRPr lang="en-US" sz="1100"/>
                    </a:p>
                  </a:txBody>
                  <a:tcPr marL="168361" marR="168361" marT="168361" marB="168361" anchor="ctr">
                    <a:lnL w="33672" cap="flat" cmpd="sng" algn="ctr">
                      <a:solidFill>
                        <a:srgbClr val="000000"/>
                      </a:solidFill>
                      <a:prstDash val="solid"/>
                      <a:round/>
                      <a:headEnd type="none" w="med" len="med"/>
                      <a:tailEnd type="none" w="med" len="med"/>
                    </a:lnL>
                    <a:lnR w="33672" cap="flat" cmpd="sng" algn="ctr">
                      <a:solidFill>
                        <a:srgbClr val="000000"/>
                      </a:solidFill>
                      <a:prstDash val="solid"/>
                      <a:round/>
                      <a:headEnd type="none" w="med" len="med"/>
                      <a:tailEnd type="none" w="med" len="med"/>
                    </a:lnR>
                    <a:lnT w="33672" cap="flat" cmpd="sng" algn="ctr">
                      <a:solidFill>
                        <a:srgbClr val="000000"/>
                      </a:solidFill>
                      <a:prstDash val="solid"/>
                      <a:round/>
                      <a:headEnd type="none" w="med" len="med"/>
                      <a:tailEnd type="none" w="med" len="med"/>
                    </a:lnT>
                    <a:lnB w="33672" cap="flat" cmpd="sng" algn="ctr">
                      <a:solidFill>
                        <a:srgbClr val="000000"/>
                      </a:solidFill>
                      <a:prstDash val="solid"/>
                      <a:round/>
                      <a:headEnd type="none" w="med" len="med"/>
                      <a:tailEnd type="none" w="med" len="med"/>
                    </a:lnB>
                    <a:solidFill>
                      <a:srgbClr val="E5EEB9"/>
                    </a:solidFill>
                  </a:tcPr>
                </a:tc>
                <a:extLst>
                  <a:ext uri="{0D108BD9-81ED-4DB2-BD59-A6C34878D82A}">
                    <a16:rowId xmlns:a16="http://schemas.microsoft.com/office/drawing/2014/main" val="10001"/>
                  </a:ext>
                </a:extLst>
              </a:tr>
              <a:tr h="845736">
                <a:tc>
                  <a:txBody>
                    <a:bodyPr/>
                    <a:lstStyle/>
                    <a:p>
                      <a:pPr algn="just">
                        <a:lnSpc>
                          <a:spcPts val="3711"/>
                        </a:lnSpc>
                        <a:defRPr/>
                      </a:pPr>
                      <a:endParaRPr lang="en-US" sz="1100"/>
                    </a:p>
                  </a:txBody>
                  <a:tcPr marL="168361" marR="168361" marT="168361" marB="168361" anchor="ctr">
                    <a:lnL w="33672" cap="flat" cmpd="sng" algn="ctr">
                      <a:solidFill>
                        <a:srgbClr val="000000"/>
                      </a:solidFill>
                      <a:prstDash val="solid"/>
                      <a:round/>
                      <a:headEnd type="none" w="med" len="med"/>
                      <a:tailEnd type="none" w="med" len="med"/>
                    </a:lnL>
                    <a:lnR w="33672" cap="flat" cmpd="sng" algn="ctr">
                      <a:solidFill>
                        <a:srgbClr val="000000"/>
                      </a:solidFill>
                      <a:prstDash val="solid"/>
                      <a:round/>
                      <a:headEnd type="none" w="med" len="med"/>
                      <a:tailEnd type="none" w="med" len="med"/>
                    </a:lnR>
                    <a:lnT w="33672" cap="flat" cmpd="sng" algn="ctr">
                      <a:solidFill>
                        <a:srgbClr val="000000"/>
                      </a:solidFill>
                      <a:prstDash val="solid"/>
                      <a:round/>
                      <a:headEnd type="none" w="med" len="med"/>
                      <a:tailEnd type="none" w="med" len="med"/>
                    </a:lnT>
                    <a:lnB w="33672" cap="flat" cmpd="sng" algn="ctr">
                      <a:solidFill>
                        <a:srgbClr val="000000"/>
                      </a:solidFill>
                      <a:prstDash val="solid"/>
                      <a:round/>
                      <a:headEnd type="none" w="med" len="med"/>
                      <a:tailEnd type="none" w="med" len="med"/>
                    </a:lnB>
                    <a:solidFill>
                      <a:srgbClr val="0F4F36"/>
                    </a:solidFill>
                  </a:tcPr>
                </a:tc>
                <a:tc>
                  <a:txBody>
                    <a:bodyPr/>
                    <a:lstStyle/>
                    <a:p>
                      <a:pPr marL="0" lvl="0" indent="0" algn="just">
                        <a:lnSpc>
                          <a:spcPts val="3711"/>
                        </a:lnSpc>
                        <a:spcBef>
                          <a:spcPct val="0"/>
                        </a:spcBef>
                        <a:defRPr/>
                      </a:pPr>
                      <a:r>
                        <a:rPr lang="en-US" sz="2651" b="1" u="none" strike="noStrike">
                          <a:solidFill>
                            <a:srgbClr val="000000"/>
                          </a:solidFill>
                          <a:latin typeface="Playfair Display Bold"/>
                          <a:ea typeface="Playfair Display Bold"/>
                          <a:cs typeface="Playfair Display Bold"/>
                          <a:sym typeface="Playfair Display Bold"/>
                        </a:rPr>
                        <a:t>23-3</a:t>
                      </a:r>
                      <a:endParaRPr lang="en-US" sz="1100"/>
                    </a:p>
                  </a:txBody>
                  <a:tcPr marL="168361" marR="168361" marT="168361" marB="168361" anchor="ctr">
                    <a:lnL w="33672" cap="flat" cmpd="sng" algn="ctr">
                      <a:solidFill>
                        <a:srgbClr val="000000"/>
                      </a:solidFill>
                      <a:prstDash val="solid"/>
                      <a:round/>
                      <a:headEnd type="none" w="med" len="med"/>
                      <a:tailEnd type="none" w="med" len="med"/>
                    </a:lnL>
                    <a:lnR w="33672" cap="flat" cmpd="sng" algn="ctr">
                      <a:solidFill>
                        <a:srgbClr val="000000"/>
                      </a:solidFill>
                      <a:prstDash val="solid"/>
                      <a:round/>
                      <a:headEnd type="none" w="med" len="med"/>
                      <a:tailEnd type="none" w="med" len="med"/>
                    </a:lnR>
                    <a:lnT w="33672" cap="flat" cmpd="sng" algn="ctr">
                      <a:solidFill>
                        <a:srgbClr val="000000"/>
                      </a:solidFill>
                      <a:prstDash val="solid"/>
                      <a:round/>
                      <a:headEnd type="none" w="med" len="med"/>
                      <a:tailEnd type="none" w="med" len="med"/>
                    </a:lnT>
                    <a:lnB w="33672" cap="flat" cmpd="sng" algn="ctr">
                      <a:solidFill>
                        <a:srgbClr val="000000"/>
                      </a:solidFill>
                      <a:prstDash val="solid"/>
                      <a:round/>
                      <a:headEnd type="none" w="med" len="med"/>
                      <a:tailEnd type="none" w="med" len="med"/>
                    </a:lnB>
                    <a:solidFill>
                      <a:srgbClr val="E5EEB9"/>
                    </a:solidFill>
                  </a:tcPr>
                </a:tc>
                <a:tc>
                  <a:txBody>
                    <a:bodyPr/>
                    <a:lstStyle/>
                    <a:p>
                      <a:pPr algn="just">
                        <a:lnSpc>
                          <a:spcPts val="3711"/>
                        </a:lnSpc>
                        <a:defRPr/>
                      </a:pPr>
                      <a:endParaRPr lang="en-US" sz="1100" dirty="0"/>
                    </a:p>
                  </a:txBody>
                  <a:tcPr marL="168361" marR="168361" marT="168361" marB="168361" anchor="ctr">
                    <a:lnL w="33672" cap="flat" cmpd="sng" algn="ctr">
                      <a:solidFill>
                        <a:srgbClr val="000000"/>
                      </a:solidFill>
                      <a:prstDash val="solid"/>
                      <a:round/>
                      <a:headEnd type="none" w="med" len="med"/>
                      <a:tailEnd type="none" w="med" len="med"/>
                    </a:lnL>
                    <a:lnR w="33672" cap="flat" cmpd="sng" algn="ctr">
                      <a:solidFill>
                        <a:srgbClr val="000000"/>
                      </a:solidFill>
                      <a:prstDash val="solid"/>
                      <a:round/>
                      <a:headEnd type="none" w="med" len="med"/>
                      <a:tailEnd type="none" w="med" len="med"/>
                    </a:lnR>
                    <a:lnT w="33672" cap="flat" cmpd="sng" algn="ctr">
                      <a:solidFill>
                        <a:srgbClr val="000000"/>
                      </a:solidFill>
                      <a:prstDash val="solid"/>
                      <a:round/>
                      <a:headEnd type="none" w="med" len="med"/>
                      <a:tailEnd type="none" w="med" len="med"/>
                    </a:lnT>
                    <a:lnB w="33672" cap="flat" cmpd="sng" algn="ctr">
                      <a:solidFill>
                        <a:srgbClr val="000000"/>
                      </a:solidFill>
                      <a:prstDash val="solid"/>
                      <a:round/>
                      <a:headEnd type="none" w="med" len="med"/>
                      <a:tailEnd type="none" w="med" len="med"/>
                    </a:lnB>
                    <a:solidFill>
                      <a:srgbClr val="0F4F36"/>
                    </a:solidFill>
                  </a:tcPr>
                </a:tc>
                <a:tc>
                  <a:txBody>
                    <a:bodyPr/>
                    <a:lstStyle/>
                    <a:p>
                      <a:pPr marL="0" lvl="0" indent="0" algn="just">
                        <a:lnSpc>
                          <a:spcPts val="3711"/>
                        </a:lnSpc>
                        <a:spcBef>
                          <a:spcPct val="0"/>
                        </a:spcBef>
                        <a:defRPr/>
                      </a:pPr>
                      <a:r>
                        <a:rPr lang="en-US" sz="2651" b="1" u="none" strike="noStrike">
                          <a:solidFill>
                            <a:srgbClr val="000000"/>
                          </a:solidFill>
                          <a:latin typeface="Playfair Display Bold"/>
                          <a:ea typeface="Playfair Display Bold"/>
                          <a:cs typeface="Playfair Display Bold"/>
                          <a:sym typeface="Playfair Display Bold"/>
                        </a:rPr>
                        <a:t>25-3</a:t>
                      </a:r>
                      <a:endParaRPr lang="en-US" sz="1100"/>
                    </a:p>
                  </a:txBody>
                  <a:tcPr marL="168361" marR="168361" marT="168361" marB="168361" anchor="ctr">
                    <a:lnL w="33672" cap="flat" cmpd="sng" algn="ctr">
                      <a:solidFill>
                        <a:srgbClr val="000000"/>
                      </a:solidFill>
                      <a:prstDash val="solid"/>
                      <a:round/>
                      <a:headEnd type="none" w="med" len="med"/>
                      <a:tailEnd type="none" w="med" len="med"/>
                    </a:lnL>
                    <a:lnR w="33672" cap="flat" cmpd="sng" algn="ctr">
                      <a:solidFill>
                        <a:srgbClr val="000000"/>
                      </a:solidFill>
                      <a:prstDash val="solid"/>
                      <a:round/>
                      <a:headEnd type="none" w="med" len="med"/>
                      <a:tailEnd type="none" w="med" len="med"/>
                    </a:lnR>
                    <a:lnT w="33672" cap="flat" cmpd="sng" algn="ctr">
                      <a:solidFill>
                        <a:srgbClr val="000000"/>
                      </a:solidFill>
                      <a:prstDash val="solid"/>
                      <a:round/>
                      <a:headEnd type="none" w="med" len="med"/>
                      <a:tailEnd type="none" w="med" len="med"/>
                    </a:lnT>
                    <a:lnB w="33672" cap="flat" cmpd="sng" algn="ctr">
                      <a:solidFill>
                        <a:srgbClr val="000000"/>
                      </a:solidFill>
                      <a:prstDash val="solid"/>
                      <a:round/>
                      <a:headEnd type="none" w="med" len="med"/>
                      <a:tailEnd type="none" w="med" len="med"/>
                    </a:lnB>
                    <a:solidFill>
                      <a:srgbClr val="E5EEB9"/>
                    </a:solidFill>
                  </a:tcPr>
                </a:tc>
                <a:tc>
                  <a:txBody>
                    <a:bodyPr/>
                    <a:lstStyle/>
                    <a:p>
                      <a:pPr algn="just">
                        <a:lnSpc>
                          <a:spcPts val="3711"/>
                        </a:lnSpc>
                        <a:defRPr/>
                      </a:pPr>
                      <a:endParaRPr lang="en-US" sz="1100" dirty="0"/>
                    </a:p>
                  </a:txBody>
                  <a:tcPr marL="168361" marR="168361" marT="168361" marB="168361" anchor="ctr">
                    <a:lnL w="33672" cap="flat" cmpd="sng" algn="ctr">
                      <a:solidFill>
                        <a:srgbClr val="000000"/>
                      </a:solidFill>
                      <a:prstDash val="solid"/>
                      <a:round/>
                      <a:headEnd type="none" w="med" len="med"/>
                      <a:tailEnd type="none" w="med" len="med"/>
                    </a:lnL>
                    <a:lnR w="33672" cap="flat" cmpd="sng" algn="ctr">
                      <a:solidFill>
                        <a:srgbClr val="000000"/>
                      </a:solidFill>
                      <a:prstDash val="solid"/>
                      <a:round/>
                      <a:headEnd type="none" w="med" len="med"/>
                      <a:tailEnd type="none" w="med" len="med"/>
                    </a:lnR>
                    <a:lnT w="33672" cap="flat" cmpd="sng" algn="ctr">
                      <a:solidFill>
                        <a:srgbClr val="000000"/>
                      </a:solidFill>
                      <a:prstDash val="solid"/>
                      <a:round/>
                      <a:headEnd type="none" w="med" len="med"/>
                      <a:tailEnd type="none" w="med" len="med"/>
                    </a:lnT>
                    <a:lnB w="33672" cap="flat" cmpd="sng" algn="ctr">
                      <a:solidFill>
                        <a:srgbClr val="000000"/>
                      </a:solidFill>
                      <a:prstDash val="solid"/>
                      <a:round/>
                      <a:headEnd type="none" w="med" len="med"/>
                      <a:tailEnd type="none" w="med" len="med"/>
                    </a:lnB>
                    <a:solidFill>
                      <a:srgbClr val="0F4F36"/>
                    </a:solidFill>
                  </a:tcPr>
                </a:tc>
                <a:tc>
                  <a:txBody>
                    <a:bodyPr/>
                    <a:lstStyle/>
                    <a:p>
                      <a:pPr marL="0" lvl="0" indent="0" algn="just">
                        <a:lnSpc>
                          <a:spcPts val="3711"/>
                        </a:lnSpc>
                        <a:spcBef>
                          <a:spcPct val="0"/>
                        </a:spcBef>
                        <a:defRPr/>
                      </a:pPr>
                      <a:r>
                        <a:rPr lang="en-US" sz="2651" b="1" u="none" strike="noStrike">
                          <a:solidFill>
                            <a:srgbClr val="000000"/>
                          </a:solidFill>
                          <a:latin typeface="Playfair Display Bold"/>
                          <a:ea typeface="Playfair Display Bold"/>
                          <a:cs typeface="Playfair Display Bold"/>
                          <a:sym typeface="Playfair Display Bold"/>
                        </a:rPr>
                        <a:t>27-3</a:t>
                      </a:r>
                      <a:endParaRPr lang="en-US" sz="1100"/>
                    </a:p>
                  </a:txBody>
                  <a:tcPr marL="168361" marR="168361" marT="168361" marB="168361" anchor="ctr">
                    <a:lnL w="33672" cap="flat" cmpd="sng" algn="ctr">
                      <a:solidFill>
                        <a:srgbClr val="000000"/>
                      </a:solidFill>
                      <a:prstDash val="solid"/>
                      <a:round/>
                      <a:headEnd type="none" w="med" len="med"/>
                      <a:tailEnd type="none" w="med" len="med"/>
                    </a:lnL>
                    <a:lnR w="33672" cap="flat" cmpd="sng" algn="ctr">
                      <a:solidFill>
                        <a:srgbClr val="000000"/>
                      </a:solidFill>
                      <a:prstDash val="solid"/>
                      <a:round/>
                      <a:headEnd type="none" w="med" len="med"/>
                      <a:tailEnd type="none" w="med" len="med"/>
                    </a:lnR>
                    <a:lnT w="33672" cap="flat" cmpd="sng" algn="ctr">
                      <a:solidFill>
                        <a:srgbClr val="000000"/>
                      </a:solidFill>
                      <a:prstDash val="solid"/>
                      <a:round/>
                      <a:headEnd type="none" w="med" len="med"/>
                      <a:tailEnd type="none" w="med" len="med"/>
                    </a:lnT>
                    <a:lnB w="33672" cap="flat" cmpd="sng" algn="ctr">
                      <a:solidFill>
                        <a:srgbClr val="000000"/>
                      </a:solidFill>
                      <a:prstDash val="solid"/>
                      <a:round/>
                      <a:headEnd type="none" w="med" len="med"/>
                      <a:tailEnd type="none" w="med" len="med"/>
                    </a:lnB>
                    <a:solidFill>
                      <a:srgbClr val="E5EEB9"/>
                    </a:solidFill>
                  </a:tcPr>
                </a:tc>
                <a:tc>
                  <a:txBody>
                    <a:bodyPr/>
                    <a:lstStyle/>
                    <a:p>
                      <a:pPr algn="just">
                        <a:lnSpc>
                          <a:spcPts val="3711"/>
                        </a:lnSpc>
                        <a:defRPr/>
                      </a:pPr>
                      <a:endParaRPr lang="en-US" sz="1100" dirty="0"/>
                    </a:p>
                  </a:txBody>
                  <a:tcPr marL="168361" marR="168361" marT="168361" marB="168361" anchor="ctr">
                    <a:lnL w="33672" cap="flat" cmpd="sng" algn="ctr">
                      <a:solidFill>
                        <a:srgbClr val="000000"/>
                      </a:solidFill>
                      <a:prstDash val="solid"/>
                      <a:round/>
                      <a:headEnd type="none" w="med" len="med"/>
                      <a:tailEnd type="none" w="med" len="med"/>
                    </a:lnL>
                    <a:lnR w="33672" cap="flat" cmpd="sng" algn="ctr">
                      <a:solidFill>
                        <a:srgbClr val="000000"/>
                      </a:solidFill>
                      <a:prstDash val="solid"/>
                      <a:round/>
                      <a:headEnd type="none" w="med" len="med"/>
                      <a:tailEnd type="none" w="med" len="med"/>
                    </a:lnR>
                    <a:lnT w="33672" cap="flat" cmpd="sng" algn="ctr">
                      <a:solidFill>
                        <a:srgbClr val="000000"/>
                      </a:solidFill>
                      <a:prstDash val="solid"/>
                      <a:round/>
                      <a:headEnd type="none" w="med" len="med"/>
                      <a:tailEnd type="none" w="med" len="med"/>
                    </a:lnT>
                    <a:lnB w="33672" cap="flat" cmpd="sng" algn="ctr">
                      <a:solidFill>
                        <a:srgbClr val="000000"/>
                      </a:solidFill>
                      <a:prstDash val="solid"/>
                      <a:round/>
                      <a:headEnd type="none" w="med" len="med"/>
                      <a:tailEnd type="none" w="med" len="med"/>
                    </a:lnB>
                    <a:solidFill>
                      <a:srgbClr val="0F4F36"/>
                    </a:solidFill>
                  </a:tcPr>
                </a:tc>
                <a:extLst>
                  <a:ext uri="{0D108BD9-81ED-4DB2-BD59-A6C34878D82A}">
                    <a16:rowId xmlns:a16="http://schemas.microsoft.com/office/drawing/2014/main" val="10002"/>
                  </a:ext>
                </a:extLst>
              </a:tr>
              <a:tr h="845736">
                <a:tc>
                  <a:txBody>
                    <a:bodyPr/>
                    <a:lstStyle/>
                    <a:p>
                      <a:pPr marL="0" lvl="0" indent="0" algn="just">
                        <a:lnSpc>
                          <a:spcPts val="3711"/>
                        </a:lnSpc>
                        <a:spcBef>
                          <a:spcPct val="0"/>
                        </a:spcBef>
                        <a:defRPr/>
                      </a:pPr>
                      <a:r>
                        <a:rPr lang="en-US" sz="2651" b="1" u="none" strike="noStrike">
                          <a:solidFill>
                            <a:srgbClr val="000000"/>
                          </a:solidFill>
                          <a:latin typeface="Playfair Display Bold"/>
                          <a:ea typeface="Playfair Display Bold"/>
                          <a:cs typeface="Playfair Display Bold"/>
                          <a:sym typeface="Playfair Display Bold"/>
                        </a:rPr>
                        <a:t>29-3</a:t>
                      </a:r>
                      <a:endParaRPr lang="en-US" sz="1100"/>
                    </a:p>
                  </a:txBody>
                  <a:tcPr marL="168361" marR="168361" marT="168361" marB="168361" anchor="ctr">
                    <a:lnL w="33672" cap="flat" cmpd="sng" algn="ctr">
                      <a:solidFill>
                        <a:srgbClr val="000000"/>
                      </a:solidFill>
                      <a:prstDash val="solid"/>
                      <a:round/>
                      <a:headEnd type="none" w="med" len="med"/>
                      <a:tailEnd type="none" w="med" len="med"/>
                    </a:lnL>
                    <a:lnR w="33672" cap="flat" cmpd="sng" algn="ctr">
                      <a:solidFill>
                        <a:srgbClr val="000000"/>
                      </a:solidFill>
                      <a:prstDash val="solid"/>
                      <a:round/>
                      <a:headEnd type="none" w="med" len="med"/>
                      <a:tailEnd type="none" w="med" len="med"/>
                    </a:lnR>
                    <a:lnT w="33672" cap="flat" cmpd="sng" algn="ctr">
                      <a:solidFill>
                        <a:srgbClr val="000000"/>
                      </a:solidFill>
                      <a:prstDash val="solid"/>
                      <a:round/>
                      <a:headEnd type="none" w="med" len="med"/>
                      <a:tailEnd type="none" w="med" len="med"/>
                    </a:lnT>
                    <a:lnB w="33672" cap="flat" cmpd="sng" algn="ctr">
                      <a:solidFill>
                        <a:srgbClr val="000000"/>
                      </a:solidFill>
                      <a:prstDash val="solid"/>
                      <a:round/>
                      <a:headEnd type="none" w="med" len="med"/>
                      <a:tailEnd type="none" w="med" len="med"/>
                    </a:lnB>
                    <a:solidFill>
                      <a:srgbClr val="E5EEB9"/>
                    </a:solidFill>
                  </a:tcPr>
                </a:tc>
                <a:tc>
                  <a:txBody>
                    <a:bodyPr/>
                    <a:lstStyle/>
                    <a:p>
                      <a:pPr algn="just">
                        <a:lnSpc>
                          <a:spcPts val="3711"/>
                        </a:lnSpc>
                        <a:defRPr/>
                      </a:pPr>
                      <a:endParaRPr lang="en-US" sz="1100" dirty="0"/>
                    </a:p>
                  </a:txBody>
                  <a:tcPr marL="168361" marR="168361" marT="168361" marB="168361" anchor="ctr">
                    <a:lnL w="33672" cap="flat" cmpd="sng" algn="ctr">
                      <a:solidFill>
                        <a:srgbClr val="000000"/>
                      </a:solidFill>
                      <a:prstDash val="solid"/>
                      <a:round/>
                      <a:headEnd type="none" w="med" len="med"/>
                      <a:tailEnd type="none" w="med" len="med"/>
                    </a:lnL>
                    <a:lnR w="33672" cap="flat" cmpd="sng" algn="ctr">
                      <a:solidFill>
                        <a:srgbClr val="000000"/>
                      </a:solidFill>
                      <a:prstDash val="solid"/>
                      <a:round/>
                      <a:headEnd type="none" w="med" len="med"/>
                      <a:tailEnd type="none" w="med" len="med"/>
                    </a:lnR>
                    <a:lnT w="33672" cap="flat" cmpd="sng" algn="ctr">
                      <a:solidFill>
                        <a:srgbClr val="000000"/>
                      </a:solidFill>
                      <a:prstDash val="solid"/>
                      <a:round/>
                      <a:headEnd type="none" w="med" len="med"/>
                      <a:tailEnd type="none" w="med" len="med"/>
                    </a:lnT>
                    <a:lnB w="33672" cap="flat" cmpd="sng" algn="ctr">
                      <a:solidFill>
                        <a:srgbClr val="000000"/>
                      </a:solidFill>
                      <a:prstDash val="solid"/>
                      <a:round/>
                      <a:headEnd type="none" w="med" len="med"/>
                      <a:tailEnd type="none" w="med" len="med"/>
                    </a:lnB>
                    <a:solidFill>
                      <a:srgbClr val="0F4F36"/>
                    </a:solidFill>
                  </a:tcPr>
                </a:tc>
                <a:tc>
                  <a:txBody>
                    <a:bodyPr/>
                    <a:lstStyle/>
                    <a:p>
                      <a:pPr algn="just">
                        <a:lnSpc>
                          <a:spcPts val="3711"/>
                        </a:lnSpc>
                        <a:defRPr/>
                      </a:pPr>
                      <a:endParaRPr lang="en-US" sz="1100"/>
                    </a:p>
                  </a:txBody>
                  <a:tcPr marL="168361" marR="168361" marT="168361" marB="168361" anchor="ctr">
                    <a:lnL w="33672" cap="flat" cmpd="sng" algn="ctr">
                      <a:solidFill>
                        <a:srgbClr val="000000"/>
                      </a:solidFill>
                      <a:prstDash val="solid"/>
                      <a:round/>
                      <a:headEnd type="none" w="med" len="med"/>
                      <a:tailEnd type="none" w="med" len="med"/>
                    </a:lnL>
                    <a:lnR w="33672" cap="flat" cmpd="sng" algn="ctr">
                      <a:solidFill>
                        <a:srgbClr val="000000"/>
                      </a:solidFill>
                      <a:prstDash val="solid"/>
                      <a:round/>
                      <a:headEnd type="none" w="med" len="med"/>
                      <a:tailEnd type="none" w="med" len="med"/>
                    </a:lnR>
                    <a:lnT w="33672" cap="flat" cmpd="sng" algn="ctr">
                      <a:solidFill>
                        <a:srgbClr val="000000"/>
                      </a:solidFill>
                      <a:prstDash val="solid"/>
                      <a:round/>
                      <a:headEnd type="none" w="med" len="med"/>
                      <a:tailEnd type="none" w="med" len="med"/>
                    </a:lnT>
                    <a:lnB w="33672" cap="flat" cmpd="sng" algn="ctr">
                      <a:solidFill>
                        <a:srgbClr val="000000"/>
                      </a:solidFill>
                      <a:prstDash val="solid"/>
                      <a:round/>
                      <a:headEnd type="none" w="med" len="med"/>
                      <a:tailEnd type="none" w="med" len="med"/>
                    </a:lnB>
                    <a:solidFill>
                      <a:srgbClr val="0F4F36"/>
                    </a:solidFill>
                  </a:tcPr>
                </a:tc>
                <a:tc>
                  <a:txBody>
                    <a:bodyPr/>
                    <a:lstStyle/>
                    <a:p>
                      <a:pPr marL="0" lvl="0" indent="0" algn="just">
                        <a:lnSpc>
                          <a:spcPts val="3711"/>
                        </a:lnSpc>
                        <a:spcBef>
                          <a:spcPct val="0"/>
                        </a:spcBef>
                        <a:defRPr/>
                      </a:pPr>
                      <a:r>
                        <a:rPr lang="en-US" sz="2651" b="1" u="none" strike="noStrike">
                          <a:solidFill>
                            <a:srgbClr val="000000"/>
                          </a:solidFill>
                          <a:latin typeface="Playfair Display Bold"/>
                          <a:ea typeface="Playfair Display Bold"/>
                          <a:cs typeface="Playfair Display Bold"/>
                          <a:sym typeface="Playfair Display Bold"/>
                        </a:rPr>
                        <a:t>1-4</a:t>
                      </a:r>
                      <a:endParaRPr lang="en-US" sz="1100"/>
                    </a:p>
                  </a:txBody>
                  <a:tcPr marL="168361" marR="168361" marT="168361" marB="168361" anchor="ctr">
                    <a:lnL w="33672" cap="flat" cmpd="sng" algn="ctr">
                      <a:solidFill>
                        <a:srgbClr val="000000"/>
                      </a:solidFill>
                      <a:prstDash val="solid"/>
                      <a:round/>
                      <a:headEnd type="none" w="med" len="med"/>
                      <a:tailEnd type="none" w="med" len="med"/>
                    </a:lnL>
                    <a:lnR w="33672" cap="flat" cmpd="sng" algn="ctr">
                      <a:solidFill>
                        <a:srgbClr val="000000"/>
                      </a:solidFill>
                      <a:prstDash val="solid"/>
                      <a:round/>
                      <a:headEnd type="none" w="med" len="med"/>
                      <a:tailEnd type="none" w="med" len="med"/>
                    </a:lnR>
                    <a:lnT w="33672" cap="flat" cmpd="sng" algn="ctr">
                      <a:solidFill>
                        <a:srgbClr val="000000"/>
                      </a:solidFill>
                      <a:prstDash val="solid"/>
                      <a:round/>
                      <a:headEnd type="none" w="med" len="med"/>
                      <a:tailEnd type="none" w="med" len="med"/>
                    </a:lnT>
                    <a:lnB w="33672" cap="flat" cmpd="sng" algn="ctr">
                      <a:solidFill>
                        <a:srgbClr val="000000"/>
                      </a:solidFill>
                      <a:prstDash val="solid"/>
                      <a:round/>
                      <a:headEnd type="none" w="med" len="med"/>
                      <a:tailEnd type="none" w="med" len="med"/>
                    </a:lnB>
                    <a:solidFill>
                      <a:srgbClr val="E5EEB9"/>
                    </a:solidFill>
                  </a:tcPr>
                </a:tc>
                <a:tc>
                  <a:txBody>
                    <a:bodyPr/>
                    <a:lstStyle/>
                    <a:p>
                      <a:pPr marL="0" lvl="0" indent="0" algn="just">
                        <a:lnSpc>
                          <a:spcPts val="3711"/>
                        </a:lnSpc>
                        <a:spcBef>
                          <a:spcPct val="0"/>
                        </a:spcBef>
                        <a:defRPr/>
                      </a:pPr>
                      <a:r>
                        <a:rPr lang="en-US" sz="2651" b="1" u="none" strike="noStrike">
                          <a:solidFill>
                            <a:srgbClr val="000000"/>
                          </a:solidFill>
                          <a:latin typeface="Playfair Display Bold"/>
                          <a:ea typeface="Playfair Display Bold"/>
                          <a:cs typeface="Playfair Display Bold"/>
                          <a:sym typeface="Playfair Display Bold"/>
                        </a:rPr>
                        <a:t>2-4</a:t>
                      </a:r>
                      <a:endParaRPr lang="en-US" sz="1100"/>
                    </a:p>
                  </a:txBody>
                  <a:tcPr marL="168361" marR="168361" marT="168361" marB="168361" anchor="ctr">
                    <a:lnL w="33672" cap="flat" cmpd="sng" algn="ctr">
                      <a:solidFill>
                        <a:srgbClr val="000000"/>
                      </a:solidFill>
                      <a:prstDash val="solid"/>
                      <a:round/>
                      <a:headEnd type="none" w="med" len="med"/>
                      <a:tailEnd type="none" w="med" len="med"/>
                    </a:lnL>
                    <a:lnR w="33672" cap="flat" cmpd="sng" algn="ctr">
                      <a:solidFill>
                        <a:srgbClr val="000000"/>
                      </a:solidFill>
                      <a:prstDash val="solid"/>
                      <a:round/>
                      <a:headEnd type="none" w="med" len="med"/>
                      <a:tailEnd type="none" w="med" len="med"/>
                    </a:lnR>
                    <a:lnT w="33672" cap="flat" cmpd="sng" algn="ctr">
                      <a:solidFill>
                        <a:srgbClr val="000000"/>
                      </a:solidFill>
                      <a:prstDash val="solid"/>
                      <a:round/>
                      <a:headEnd type="none" w="med" len="med"/>
                      <a:tailEnd type="none" w="med" len="med"/>
                    </a:lnT>
                    <a:lnB w="33672" cap="flat" cmpd="sng" algn="ctr">
                      <a:solidFill>
                        <a:srgbClr val="000000"/>
                      </a:solidFill>
                      <a:prstDash val="solid"/>
                      <a:round/>
                      <a:headEnd type="none" w="med" len="med"/>
                      <a:tailEnd type="none" w="med" len="med"/>
                    </a:lnB>
                    <a:solidFill>
                      <a:srgbClr val="E5EEB9"/>
                    </a:solidFill>
                  </a:tcPr>
                </a:tc>
                <a:tc>
                  <a:txBody>
                    <a:bodyPr/>
                    <a:lstStyle/>
                    <a:p>
                      <a:pPr algn="just">
                        <a:lnSpc>
                          <a:spcPts val="3711"/>
                        </a:lnSpc>
                        <a:defRPr/>
                      </a:pPr>
                      <a:endParaRPr lang="en-US" sz="1100"/>
                    </a:p>
                  </a:txBody>
                  <a:tcPr marL="168361" marR="168361" marT="168361" marB="168361" anchor="ctr">
                    <a:lnL w="33672" cap="flat" cmpd="sng" algn="ctr">
                      <a:solidFill>
                        <a:srgbClr val="000000"/>
                      </a:solidFill>
                      <a:prstDash val="solid"/>
                      <a:round/>
                      <a:headEnd type="none" w="med" len="med"/>
                      <a:tailEnd type="none" w="med" len="med"/>
                    </a:lnL>
                    <a:lnR w="33672" cap="flat" cmpd="sng" algn="ctr">
                      <a:solidFill>
                        <a:srgbClr val="000000"/>
                      </a:solidFill>
                      <a:prstDash val="solid"/>
                      <a:round/>
                      <a:headEnd type="none" w="med" len="med"/>
                      <a:tailEnd type="none" w="med" len="med"/>
                    </a:lnR>
                    <a:lnT w="33672" cap="flat" cmpd="sng" algn="ctr">
                      <a:solidFill>
                        <a:srgbClr val="000000"/>
                      </a:solidFill>
                      <a:prstDash val="solid"/>
                      <a:round/>
                      <a:headEnd type="none" w="med" len="med"/>
                      <a:tailEnd type="none" w="med" len="med"/>
                    </a:lnT>
                    <a:lnB w="33672" cap="flat" cmpd="sng" algn="ctr">
                      <a:solidFill>
                        <a:srgbClr val="000000"/>
                      </a:solidFill>
                      <a:prstDash val="solid"/>
                      <a:round/>
                      <a:headEnd type="none" w="med" len="med"/>
                      <a:tailEnd type="none" w="med" len="med"/>
                    </a:lnB>
                    <a:solidFill>
                      <a:srgbClr val="0F4F36"/>
                    </a:solidFill>
                  </a:tcPr>
                </a:tc>
                <a:tc>
                  <a:txBody>
                    <a:bodyPr/>
                    <a:lstStyle/>
                    <a:p>
                      <a:pPr marL="0" lvl="0" indent="0" algn="just">
                        <a:lnSpc>
                          <a:spcPts val="3711"/>
                        </a:lnSpc>
                        <a:spcBef>
                          <a:spcPct val="0"/>
                        </a:spcBef>
                        <a:defRPr/>
                      </a:pPr>
                      <a:r>
                        <a:rPr lang="en-US" sz="2651" b="1" u="none" strike="noStrike">
                          <a:solidFill>
                            <a:srgbClr val="000000"/>
                          </a:solidFill>
                          <a:latin typeface="Playfair Display Bold"/>
                          <a:ea typeface="Playfair Display Bold"/>
                          <a:cs typeface="Playfair Display Bold"/>
                          <a:sym typeface="Playfair Display Bold"/>
                        </a:rPr>
                        <a:t>4-4</a:t>
                      </a:r>
                      <a:endParaRPr lang="en-US" sz="1100"/>
                    </a:p>
                  </a:txBody>
                  <a:tcPr marL="168361" marR="168361" marT="168361" marB="168361" anchor="ctr">
                    <a:lnL w="33672" cap="flat" cmpd="sng" algn="ctr">
                      <a:solidFill>
                        <a:srgbClr val="000000"/>
                      </a:solidFill>
                      <a:prstDash val="solid"/>
                      <a:round/>
                      <a:headEnd type="none" w="med" len="med"/>
                      <a:tailEnd type="none" w="med" len="med"/>
                    </a:lnL>
                    <a:lnR w="33672" cap="flat" cmpd="sng" algn="ctr">
                      <a:solidFill>
                        <a:srgbClr val="000000"/>
                      </a:solidFill>
                      <a:prstDash val="solid"/>
                      <a:round/>
                      <a:headEnd type="none" w="med" len="med"/>
                      <a:tailEnd type="none" w="med" len="med"/>
                    </a:lnR>
                    <a:lnT w="33672" cap="flat" cmpd="sng" algn="ctr">
                      <a:solidFill>
                        <a:srgbClr val="000000"/>
                      </a:solidFill>
                      <a:prstDash val="solid"/>
                      <a:round/>
                      <a:headEnd type="none" w="med" len="med"/>
                      <a:tailEnd type="none" w="med" len="med"/>
                    </a:lnT>
                    <a:lnB w="33672" cap="flat" cmpd="sng" algn="ctr">
                      <a:solidFill>
                        <a:srgbClr val="000000"/>
                      </a:solidFill>
                      <a:prstDash val="solid"/>
                      <a:round/>
                      <a:headEnd type="none" w="med" len="med"/>
                      <a:tailEnd type="none" w="med" len="med"/>
                    </a:lnB>
                    <a:solidFill>
                      <a:srgbClr val="E5EEB9"/>
                    </a:solidFill>
                  </a:tcPr>
                </a:tc>
                <a:extLst>
                  <a:ext uri="{0D108BD9-81ED-4DB2-BD59-A6C34878D82A}">
                    <a16:rowId xmlns:a16="http://schemas.microsoft.com/office/drawing/2014/main" val="10003"/>
                  </a:ext>
                </a:extLst>
              </a:tr>
              <a:tr h="845736">
                <a:tc>
                  <a:txBody>
                    <a:bodyPr/>
                    <a:lstStyle/>
                    <a:p>
                      <a:pPr marL="0" lvl="0" indent="0" algn="just">
                        <a:lnSpc>
                          <a:spcPts val="3711"/>
                        </a:lnSpc>
                        <a:spcBef>
                          <a:spcPct val="0"/>
                        </a:spcBef>
                        <a:defRPr/>
                      </a:pPr>
                      <a:r>
                        <a:rPr lang="en-US" sz="2651" b="1" u="none" strike="noStrike">
                          <a:solidFill>
                            <a:srgbClr val="000000"/>
                          </a:solidFill>
                          <a:latin typeface="Playfair Display Bold"/>
                          <a:ea typeface="Playfair Display Bold"/>
                          <a:cs typeface="Playfair Display Bold"/>
                          <a:sym typeface="Playfair Display Bold"/>
                        </a:rPr>
                        <a:t>5-4</a:t>
                      </a:r>
                      <a:endParaRPr lang="en-US" sz="1100"/>
                    </a:p>
                  </a:txBody>
                  <a:tcPr marL="168361" marR="168361" marT="168361" marB="168361" anchor="ctr">
                    <a:lnL w="33672" cap="flat" cmpd="sng" algn="ctr">
                      <a:solidFill>
                        <a:srgbClr val="000000"/>
                      </a:solidFill>
                      <a:prstDash val="solid"/>
                      <a:round/>
                      <a:headEnd type="none" w="med" len="med"/>
                      <a:tailEnd type="none" w="med" len="med"/>
                    </a:lnL>
                    <a:lnR w="33672" cap="flat" cmpd="sng" algn="ctr">
                      <a:solidFill>
                        <a:srgbClr val="000000"/>
                      </a:solidFill>
                      <a:prstDash val="solid"/>
                      <a:round/>
                      <a:headEnd type="none" w="med" len="med"/>
                      <a:tailEnd type="none" w="med" len="med"/>
                    </a:lnR>
                    <a:lnT w="33672" cap="flat" cmpd="sng" algn="ctr">
                      <a:solidFill>
                        <a:srgbClr val="000000"/>
                      </a:solidFill>
                      <a:prstDash val="solid"/>
                      <a:round/>
                      <a:headEnd type="none" w="med" len="med"/>
                      <a:tailEnd type="none" w="med" len="med"/>
                    </a:lnT>
                    <a:lnB w="33672" cap="flat" cmpd="sng" algn="ctr">
                      <a:solidFill>
                        <a:srgbClr val="000000"/>
                      </a:solidFill>
                      <a:prstDash val="solid"/>
                      <a:round/>
                      <a:headEnd type="none" w="med" len="med"/>
                      <a:tailEnd type="none" w="med" len="med"/>
                    </a:lnB>
                    <a:solidFill>
                      <a:srgbClr val="E5EEB9"/>
                    </a:solidFill>
                  </a:tcPr>
                </a:tc>
                <a:tc>
                  <a:txBody>
                    <a:bodyPr/>
                    <a:lstStyle/>
                    <a:p>
                      <a:pPr algn="just">
                        <a:lnSpc>
                          <a:spcPts val="3711"/>
                        </a:lnSpc>
                        <a:defRPr/>
                      </a:pPr>
                      <a:endParaRPr lang="en-US" sz="1100" dirty="0"/>
                    </a:p>
                  </a:txBody>
                  <a:tcPr marL="168361" marR="168361" marT="168361" marB="168361" anchor="ctr">
                    <a:lnL w="33672" cap="flat" cmpd="sng" algn="ctr">
                      <a:solidFill>
                        <a:srgbClr val="000000"/>
                      </a:solidFill>
                      <a:prstDash val="solid"/>
                      <a:round/>
                      <a:headEnd type="none" w="med" len="med"/>
                      <a:tailEnd type="none" w="med" len="med"/>
                    </a:lnL>
                    <a:lnR w="33672" cap="flat" cmpd="sng" algn="ctr">
                      <a:solidFill>
                        <a:srgbClr val="000000"/>
                      </a:solidFill>
                      <a:prstDash val="solid"/>
                      <a:round/>
                      <a:headEnd type="none" w="med" len="med"/>
                      <a:tailEnd type="none" w="med" len="med"/>
                    </a:lnR>
                    <a:lnT w="33672" cap="flat" cmpd="sng" algn="ctr">
                      <a:solidFill>
                        <a:srgbClr val="000000"/>
                      </a:solidFill>
                      <a:prstDash val="solid"/>
                      <a:round/>
                      <a:headEnd type="none" w="med" len="med"/>
                      <a:tailEnd type="none" w="med" len="med"/>
                    </a:lnT>
                    <a:lnB w="33672" cap="flat" cmpd="sng" algn="ctr">
                      <a:solidFill>
                        <a:srgbClr val="000000"/>
                      </a:solidFill>
                      <a:prstDash val="solid"/>
                      <a:round/>
                      <a:headEnd type="none" w="med" len="med"/>
                      <a:tailEnd type="none" w="med" len="med"/>
                    </a:lnB>
                    <a:solidFill>
                      <a:srgbClr val="0F4F36"/>
                    </a:solidFill>
                  </a:tcPr>
                </a:tc>
                <a:tc>
                  <a:txBody>
                    <a:bodyPr/>
                    <a:lstStyle/>
                    <a:p>
                      <a:pPr marL="0" lvl="0" indent="0" algn="just">
                        <a:lnSpc>
                          <a:spcPts val="3711"/>
                        </a:lnSpc>
                        <a:spcBef>
                          <a:spcPct val="0"/>
                        </a:spcBef>
                        <a:defRPr/>
                      </a:pPr>
                      <a:r>
                        <a:rPr lang="en-US" sz="2651" b="1" u="none" strike="noStrike">
                          <a:solidFill>
                            <a:srgbClr val="000000"/>
                          </a:solidFill>
                          <a:latin typeface="Playfair Display Bold"/>
                          <a:ea typeface="Playfair Display Bold"/>
                          <a:cs typeface="Playfair Display Bold"/>
                          <a:sym typeface="Playfair Display Bold"/>
                        </a:rPr>
                        <a:t>7-4</a:t>
                      </a:r>
                      <a:endParaRPr lang="en-US" sz="1100"/>
                    </a:p>
                  </a:txBody>
                  <a:tcPr marL="168361" marR="168361" marT="168361" marB="168361" anchor="ctr">
                    <a:lnL w="33672" cap="flat" cmpd="sng" algn="ctr">
                      <a:solidFill>
                        <a:srgbClr val="000000"/>
                      </a:solidFill>
                      <a:prstDash val="solid"/>
                      <a:round/>
                      <a:headEnd type="none" w="med" len="med"/>
                      <a:tailEnd type="none" w="med" len="med"/>
                    </a:lnL>
                    <a:lnR w="33672" cap="flat" cmpd="sng" algn="ctr">
                      <a:solidFill>
                        <a:srgbClr val="000000"/>
                      </a:solidFill>
                      <a:prstDash val="solid"/>
                      <a:round/>
                      <a:headEnd type="none" w="med" len="med"/>
                      <a:tailEnd type="none" w="med" len="med"/>
                    </a:lnR>
                    <a:lnT w="33672" cap="flat" cmpd="sng" algn="ctr">
                      <a:solidFill>
                        <a:srgbClr val="000000"/>
                      </a:solidFill>
                      <a:prstDash val="solid"/>
                      <a:round/>
                      <a:headEnd type="none" w="med" len="med"/>
                      <a:tailEnd type="none" w="med" len="med"/>
                    </a:lnT>
                    <a:lnB w="33672" cap="flat" cmpd="sng" algn="ctr">
                      <a:solidFill>
                        <a:srgbClr val="000000"/>
                      </a:solidFill>
                      <a:prstDash val="solid"/>
                      <a:round/>
                      <a:headEnd type="none" w="med" len="med"/>
                      <a:tailEnd type="none" w="med" len="med"/>
                    </a:lnB>
                    <a:solidFill>
                      <a:srgbClr val="E5EEB9"/>
                    </a:solidFill>
                  </a:tcPr>
                </a:tc>
                <a:tc>
                  <a:txBody>
                    <a:bodyPr/>
                    <a:lstStyle/>
                    <a:p>
                      <a:pPr marL="0" lvl="0" indent="0" algn="just">
                        <a:lnSpc>
                          <a:spcPts val="3711"/>
                        </a:lnSpc>
                        <a:spcBef>
                          <a:spcPct val="0"/>
                        </a:spcBef>
                        <a:defRPr/>
                      </a:pPr>
                      <a:r>
                        <a:rPr lang="en-US" sz="2651" b="1" u="none" strike="noStrike">
                          <a:solidFill>
                            <a:srgbClr val="000000"/>
                          </a:solidFill>
                          <a:latin typeface="Playfair Display Bold"/>
                          <a:ea typeface="Playfair Display Bold"/>
                          <a:cs typeface="Playfair Display Bold"/>
                          <a:sym typeface="Playfair Display Bold"/>
                        </a:rPr>
                        <a:t>8-4</a:t>
                      </a:r>
                      <a:endParaRPr lang="en-US" sz="1100"/>
                    </a:p>
                  </a:txBody>
                  <a:tcPr marL="168361" marR="168361" marT="168361" marB="168361" anchor="ctr">
                    <a:lnL w="33672" cap="flat" cmpd="sng" algn="ctr">
                      <a:solidFill>
                        <a:srgbClr val="000000"/>
                      </a:solidFill>
                      <a:prstDash val="solid"/>
                      <a:round/>
                      <a:headEnd type="none" w="med" len="med"/>
                      <a:tailEnd type="none" w="med" len="med"/>
                    </a:lnL>
                    <a:lnR w="33672" cap="flat" cmpd="sng" algn="ctr">
                      <a:solidFill>
                        <a:srgbClr val="000000"/>
                      </a:solidFill>
                      <a:prstDash val="solid"/>
                      <a:round/>
                      <a:headEnd type="none" w="med" len="med"/>
                      <a:tailEnd type="none" w="med" len="med"/>
                    </a:lnR>
                    <a:lnT w="33672" cap="flat" cmpd="sng" algn="ctr">
                      <a:solidFill>
                        <a:srgbClr val="000000"/>
                      </a:solidFill>
                      <a:prstDash val="solid"/>
                      <a:round/>
                      <a:headEnd type="none" w="med" len="med"/>
                      <a:tailEnd type="none" w="med" len="med"/>
                    </a:lnT>
                    <a:lnB w="33672" cap="flat" cmpd="sng" algn="ctr">
                      <a:solidFill>
                        <a:srgbClr val="000000"/>
                      </a:solidFill>
                      <a:prstDash val="solid"/>
                      <a:round/>
                      <a:headEnd type="none" w="med" len="med"/>
                      <a:tailEnd type="none" w="med" len="med"/>
                    </a:lnB>
                    <a:solidFill>
                      <a:srgbClr val="E5EEB9"/>
                    </a:solidFill>
                  </a:tcPr>
                </a:tc>
                <a:tc>
                  <a:txBody>
                    <a:bodyPr/>
                    <a:lstStyle/>
                    <a:p>
                      <a:pPr algn="just">
                        <a:lnSpc>
                          <a:spcPts val="3711"/>
                        </a:lnSpc>
                        <a:defRPr/>
                      </a:pPr>
                      <a:endParaRPr lang="en-US" sz="1100"/>
                    </a:p>
                  </a:txBody>
                  <a:tcPr marL="168361" marR="168361" marT="168361" marB="168361" anchor="ctr">
                    <a:lnL w="33672" cap="flat" cmpd="sng" algn="ctr">
                      <a:solidFill>
                        <a:srgbClr val="000000"/>
                      </a:solidFill>
                      <a:prstDash val="solid"/>
                      <a:round/>
                      <a:headEnd type="none" w="med" len="med"/>
                      <a:tailEnd type="none" w="med" len="med"/>
                    </a:lnL>
                    <a:lnR w="33672" cap="flat" cmpd="sng" algn="ctr">
                      <a:solidFill>
                        <a:srgbClr val="000000"/>
                      </a:solidFill>
                      <a:prstDash val="solid"/>
                      <a:round/>
                      <a:headEnd type="none" w="med" len="med"/>
                      <a:tailEnd type="none" w="med" len="med"/>
                    </a:lnR>
                    <a:lnT w="33672" cap="flat" cmpd="sng" algn="ctr">
                      <a:solidFill>
                        <a:srgbClr val="000000"/>
                      </a:solidFill>
                      <a:prstDash val="solid"/>
                      <a:round/>
                      <a:headEnd type="none" w="med" len="med"/>
                      <a:tailEnd type="none" w="med" len="med"/>
                    </a:lnT>
                    <a:lnB w="33672" cap="flat" cmpd="sng" algn="ctr">
                      <a:solidFill>
                        <a:srgbClr val="000000"/>
                      </a:solidFill>
                      <a:prstDash val="solid"/>
                      <a:round/>
                      <a:headEnd type="none" w="med" len="med"/>
                      <a:tailEnd type="none" w="med" len="med"/>
                    </a:lnB>
                    <a:solidFill>
                      <a:srgbClr val="0F4F36"/>
                    </a:solidFill>
                  </a:tcPr>
                </a:tc>
                <a:tc>
                  <a:txBody>
                    <a:bodyPr/>
                    <a:lstStyle/>
                    <a:p>
                      <a:pPr marL="0" lvl="0" indent="0" algn="just">
                        <a:lnSpc>
                          <a:spcPts val="3711"/>
                        </a:lnSpc>
                        <a:spcBef>
                          <a:spcPct val="0"/>
                        </a:spcBef>
                        <a:defRPr/>
                      </a:pPr>
                      <a:r>
                        <a:rPr lang="en-US" sz="2651" b="1" u="none" strike="noStrike">
                          <a:solidFill>
                            <a:srgbClr val="000000"/>
                          </a:solidFill>
                          <a:latin typeface="Playfair Display Bold"/>
                          <a:ea typeface="Playfair Display Bold"/>
                          <a:cs typeface="Playfair Display Bold"/>
                          <a:sym typeface="Playfair Display Bold"/>
                        </a:rPr>
                        <a:t>10-4</a:t>
                      </a:r>
                      <a:endParaRPr lang="en-US" sz="1100"/>
                    </a:p>
                  </a:txBody>
                  <a:tcPr marL="168361" marR="168361" marT="168361" marB="168361" anchor="ctr">
                    <a:lnL w="33672" cap="flat" cmpd="sng" algn="ctr">
                      <a:solidFill>
                        <a:srgbClr val="000000"/>
                      </a:solidFill>
                      <a:prstDash val="solid"/>
                      <a:round/>
                      <a:headEnd type="none" w="med" len="med"/>
                      <a:tailEnd type="none" w="med" len="med"/>
                    </a:lnL>
                    <a:lnR w="33672" cap="flat" cmpd="sng" algn="ctr">
                      <a:solidFill>
                        <a:srgbClr val="000000"/>
                      </a:solidFill>
                      <a:prstDash val="solid"/>
                      <a:round/>
                      <a:headEnd type="none" w="med" len="med"/>
                      <a:tailEnd type="none" w="med" len="med"/>
                    </a:lnR>
                    <a:lnT w="33672" cap="flat" cmpd="sng" algn="ctr">
                      <a:solidFill>
                        <a:srgbClr val="000000"/>
                      </a:solidFill>
                      <a:prstDash val="solid"/>
                      <a:round/>
                      <a:headEnd type="none" w="med" len="med"/>
                      <a:tailEnd type="none" w="med" len="med"/>
                    </a:lnT>
                    <a:lnB w="33672" cap="flat" cmpd="sng" algn="ctr">
                      <a:solidFill>
                        <a:srgbClr val="000000"/>
                      </a:solidFill>
                      <a:prstDash val="solid"/>
                      <a:round/>
                      <a:headEnd type="none" w="med" len="med"/>
                      <a:tailEnd type="none" w="med" len="med"/>
                    </a:lnB>
                    <a:solidFill>
                      <a:srgbClr val="E5EEB9"/>
                    </a:solidFill>
                  </a:tcPr>
                </a:tc>
                <a:tc>
                  <a:txBody>
                    <a:bodyPr/>
                    <a:lstStyle/>
                    <a:p>
                      <a:pPr algn="just">
                        <a:lnSpc>
                          <a:spcPts val="3711"/>
                        </a:lnSpc>
                        <a:defRPr/>
                      </a:pPr>
                      <a:endParaRPr lang="en-US" sz="1100"/>
                    </a:p>
                  </a:txBody>
                  <a:tcPr marL="168361" marR="168361" marT="168361" marB="168361" anchor="ctr">
                    <a:lnL w="33672" cap="flat" cmpd="sng" algn="ctr">
                      <a:solidFill>
                        <a:srgbClr val="000000"/>
                      </a:solidFill>
                      <a:prstDash val="solid"/>
                      <a:round/>
                      <a:headEnd type="none" w="med" len="med"/>
                      <a:tailEnd type="none" w="med" len="med"/>
                    </a:lnL>
                    <a:lnR w="33672" cap="flat" cmpd="sng" algn="ctr">
                      <a:solidFill>
                        <a:srgbClr val="000000"/>
                      </a:solidFill>
                      <a:prstDash val="solid"/>
                      <a:round/>
                      <a:headEnd type="none" w="med" len="med"/>
                      <a:tailEnd type="none" w="med" len="med"/>
                    </a:lnR>
                    <a:lnT w="33672" cap="flat" cmpd="sng" algn="ctr">
                      <a:solidFill>
                        <a:srgbClr val="000000"/>
                      </a:solidFill>
                      <a:prstDash val="solid"/>
                      <a:round/>
                      <a:headEnd type="none" w="med" len="med"/>
                      <a:tailEnd type="none" w="med" len="med"/>
                    </a:lnT>
                    <a:lnB w="33672" cap="flat" cmpd="sng" algn="ctr">
                      <a:solidFill>
                        <a:srgbClr val="000000"/>
                      </a:solidFill>
                      <a:prstDash val="solid"/>
                      <a:round/>
                      <a:headEnd type="none" w="med" len="med"/>
                      <a:tailEnd type="none" w="med" len="med"/>
                    </a:lnB>
                    <a:solidFill>
                      <a:srgbClr val="0F4F36"/>
                    </a:solidFill>
                  </a:tcPr>
                </a:tc>
                <a:extLst>
                  <a:ext uri="{0D108BD9-81ED-4DB2-BD59-A6C34878D82A}">
                    <a16:rowId xmlns:a16="http://schemas.microsoft.com/office/drawing/2014/main" val="10004"/>
                  </a:ext>
                </a:extLst>
              </a:tr>
              <a:tr h="845736">
                <a:tc>
                  <a:txBody>
                    <a:bodyPr/>
                    <a:lstStyle/>
                    <a:p>
                      <a:pPr marL="0" lvl="0" indent="0" algn="just">
                        <a:lnSpc>
                          <a:spcPts val="3711"/>
                        </a:lnSpc>
                        <a:spcBef>
                          <a:spcPct val="0"/>
                        </a:spcBef>
                        <a:defRPr/>
                      </a:pPr>
                      <a:r>
                        <a:rPr lang="en-US" sz="2651" b="1" u="none" strike="noStrike">
                          <a:solidFill>
                            <a:srgbClr val="000000"/>
                          </a:solidFill>
                          <a:latin typeface="Playfair Display Bold"/>
                          <a:ea typeface="Playfair Display Bold"/>
                          <a:cs typeface="Playfair Display Bold"/>
                          <a:sym typeface="Playfair Display Bold"/>
                        </a:rPr>
                        <a:t>12-4</a:t>
                      </a:r>
                      <a:endParaRPr lang="en-US" sz="1100"/>
                    </a:p>
                  </a:txBody>
                  <a:tcPr marL="168361" marR="168361" marT="168361" marB="168361" anchor="ctr">
                    <a:lnL w="33672" cap="flat" cmpd="sng" algn="ctr">
                      <a:solidFill>
                        <a:srgbClr val="000000"/>
                      </a:solidFill>
                      <a:prstDash val="solid"/>
                      <a:round/>
                      <a:headEnd type="none" w="med" len="med"/>
                      <a:tailEnd type="none" w="med" len="med"/>
                    </a:lnL>
                    <a:lnR w="33672" cap="flat" cmpd="sng" algn="ctr">
                      <a:solidFill>
                        <a:srgbClr val="000000"/>
                      </a:solidFill>
                      <a:prstDash val="solid"/>
                      <a:round/>
                      <a:headEnd type="none" w="med" len="med"/>
                      <a:tailEnd type="none" w="med" len="med"/>
                    </a:lnR>
                    <a:lnT w="33672" cap="flat" cmpd="sng" algn="ctr">
                      <a:solidFill>
                        <a:srgbClr val="000000"/>
                      </a:solidFill>
                      <a:prstDash val="solid"/>
                      <a:round/>
                      <a:headEnd type="none" w="med" len="med"/>
                      <a:tailEnd type="none" w="med" len="med"/>
                    </a:lnT>
                    <a:lnB w="33672" cap="flat" cmpd="sng" algn="ctr">
                      <a:solidFill>
                        <a:srgbClr val="000000"/>
                      </a:solidFill>
                      <a:prstDash val="solid"/>
                      <a:round/>
                      <a:headEnd type="none" w="med" len="med"/>
                      <a:tailEnd type="none" w="med" len="med"/>
                    </a:lnB>
                    <a:solidFill>
                      <a:srgbClr val="E5EEB9"/>
                    </a:solidFill>
                  </a:tcPr>
                </a:tc>
                <a:tc>
                  <a:txBody>
                    <a:bodyPr/>
                    <a:lstStyle/>
                    <a:p>
                      <a:pPr marL="0" lvl="0" indent="0" algn="just">
                        <a:lnSpc>
                          <a:spcPts val="3711"/>
                        </a:lnSpc>
                        <a:spcBef>
                          <a:spcPct val="0"/>
                        </a:spcBef>
                        <a:defRPr/>
                      </a:pPr>
                      <a:r>
                        <a:rPr lang="en-US" sz="2651" b="1" u="none" strike="noStrike">
                          <a:solidFill>
                            <a:srgbClr val="000000"/>
                          </a:solidFill>
                          <a:latin typeface="Playfair Display Bold"/>
                          <a:ea typeface="Playfair Display Bold"/>
                          <a:cs typeface="Playfair Display Bold"/>
                          <a:sym typeface="Playfair Display Bold"/>
                        </a:rPr>
                        <a:t>13-4</a:t>
                      </a:r>
                      <a:endParaRPr lang="en-US" sz="1100"/>
                    </a:p>
                  </a:txBody>
                  <a:tcPr marL="168361" marR="168361" marT="168361" marB="168361" anchor="ctr">
                    <a:lnL w="33672" cap="flat" cmpd="sng" algn="ctr">
                      <a:solidFill>
                        <a:srgbClr val="000000"/>
                      </a:solidFill>
                      <a:prstDash val="solid"/>
                      <a:round/>
                      <a:headEnd type="none" w="med" len="med"/>
                      <a:tailEnd type="none" w="med" len="med"/>
                    </a:lnL>
                    <a:lnR w="33672" cap="flat" cmpd="sng" algn="ctr">
                      <a:solidFill>
                        <a:srgbClr val="000000"/>
                      </a:solidFill>
                      <a:prstDash val="solid"/>
                      <a:round/>
                      <a:headEnd type="none" w="med" len="med"/>
                      <a:tailEnd type="none" w="med" len="med"/>
                    </a:lnR>
                    <a:lnT w="33672" cap="flat" cmpd="sng" algn="ctr">
                      <a:solidFill>
                        <a:srgbClr val="000000"/>
                      </a:solidFill>
                      <a:prstDash val="solid"/>
                      <a:round/>
                      <a:headEnd type="none" w="med" len="med"/>
                      <a:tailEnd type="none" w="med" len="med"/>
                    </a:lnT>
                    <a:lnB w="33672" cap="flat" cmpd="sng" algn="ctr">
                      <a:solidFill>
                        <a:srgbClr val="000000"/>
                      </a:solidFill>
                      <a:prstDash val="solid"/>
                      <a:round/>
                      <a:headEnd type="none" w="med" len="med"/>
                      <a:tailEnd type="none" w="med" len="med"/>
                    </a:lnB>
                    <a:solidFill>
                      <a:srgbClr val="E5EEB9"/>
                    </a:solidFill>
                  </a:tcPr>
                </a:tc>
                <a:tc>
                  <a:txBody>
                    <a:bodyPr/>
                    <a:lstStyle/>
                    <a:p>
                      <a:pPr algn="just">
                        <a:lnSpc>
                          <a:spcPts val="3711"/>
                        </a:lnSpc>
                        <a:defRPr/>
                      </a:pPr>
                      <a:endParaRPr lang="en-US" sz="1100" dirty="0"/>
                    </a:p>
                  </a:txBody>
                  <a:tcPr marL="168361" marR="168361" marT="168361" marB="168361" anchor="ctr">
                    <a:lnL w="33672" cap="flat" cmpd="sng" algn="ctr">
                      <a:solidFill>
                        <a:srgbClr val="000000"/>
                      </a:solidFill>
                      <a:prstDash val="solid"/>
                      <a:round/>
                      <a:headEnd type="none" w="med" len="med"/>
                      <a:tailEnd type="none" w="med" len="med"/>
                    </a:lnL>
                    <a:lnR w="33672" cap="flat" cmpd="sng" algn="ctr">
                      <a:solidFill>
                        <a:srgbClr val="000000"/>
                      </a:solidFill>
                      <a:prstDash val="solid"/>
                      <a:round/>
                      <a:headEnd type="none" w="med" len="med"/>
                      <a:tailEnd type="none" w="med" len="med"/>
                    </a:lnR>
                    <a:lnT w="33672" cap="flat" cmpd="sng" algn="ctr">
                      <a:solidFill>
                        <a:srgbClr val="000000"/>
                      </a:solidFill>
                      <a:prstDash val="solid"/>
                      <a:round/>
                      <a:headEnd type="none" w="med" len="med"/>
                      <a:tailEnd type="none" w="med" len="med"/>
                    </a:lnT>
                    <a:lnB w="33672" cap="flat" cmpd="sng" algn="ctr">
                      <a:solidFill>
                        <a:srgbClr val="000000"/>
                      </a:solidFill>
                      <a:prstDash val="solid"/>
                      <a:round/>
                      <a:headEnd type="none" w="med" len="med"/>
                      <a:tailEnd type="none" w="med" len="med"/>
                    </a:lnB>
                    <a:solidFill>
                      <a:srgbClr val="0F4F36"/>
                    </a:solidFill>
                  </a:tcPr>
                </a:tc>
                <a:tc>
                  <a:txBody>
                    <a:bodyPr/>
                    <a:lstStyle/>
                    <a:p>
                      <a:pPr marL="0" lvl="0" indent="0" algn="just">
                        <a:lnSpc>
                          <a:spcPts val="3711"/>
                        </a:lnSpc>
                        <a:spcBef>
                          <a:spcPct val="0"/>
                        </a:spcBef>
                        <a:defRPr/>
                      </a:pPr>
                      <a:r>
                        <a:rPr lang="en-US" sz="2651" b="1" u="none" strike="noStrike">
                          <a:solidFill>
                            <a:srgbClr val="000000"/>
                          </a:solidFill>
                          <a:latin typeface="Playfair Display Bold"/>
                          <a:ea typeface="Playfair Display Bold"/>
                          <a:cs typeface="Playfair Display Bold"/>
                          <a:sym typeface="Playfair Display Bold"/>
                        </a:rPr>
                        <a:t>15-4</a:t>
                      </a:r>
                      <a:endParaRPr lang="en-US" sz="1100"/>
                    </a:p>
                  </a:txBody>
                  <a:tcPr marL="168361" marR="168361" marT="168361" marB="168361" anchor="ctr">
                    <a:lnL w="33672" cap="flat" cmpd="sng" algn="ctr">
                      <a:solidFill>
                        <a:srgbClr val="000000"/>
                      </a:solidFill>
                      <a:prstDash val="solid"/>
                      <a:round/>
                      <a:headEnd type="none" w="med" len="med"/>
                      <a:tailEnd type="none" w="med" len="med"/>
                    </a:lnL>
                    <a:lnR w="33672" cap="flat" cmpd="sng" algn="ctr">
                      <a:solidFill>
                        <a:srgbClr val="000000"/>
                      </a:solidFill>
                      <a:prstDash val="solid"/>
                      <a:round/>
                      <a:headEnd type="none" w="med" len="med"/>
                      <a:tailEnd type="none" w="med" len="med"/>
                    </a:lnR>
                    <a:lnT w="33672" cap="flat" cmpd="sng" algn="ctr">
                      <a:solidFill>
                        <a:srgbClr val="000000"/>
                      </a:solidFill>
                      <a:prstDash val="solid"/>
                      <a:round/>
                      <a:headEnd type="none" w="med" len="med"/>
                      <a:tailEnd type="none" w="med" len="med"/>
                    </a:lnT>
                    <a:lnB w="33672" cap="flat" cmpd="sng" algn="ctr">
                      <a:solidFill>
                        <a:srgbClr val="000000"/>
                      </a:solidFill>
                      <a:prstDash val="solid"/>
                      <a:round/>
                      <a:headEnd type="none" w="med" len="med"/>
                      <a:tailEnd type="none" w="med" len="med"/>
                    </a:lnB>
                    <a:solidFill>
                      <a:srgbClr val="E5EEB9"/>
                    </a:solidFill>
                  </a:tcPr>
                </a:tc>
                <a:tc>
                  <a:txBody>
                    <a:bodyPr/>
                    <a:lstStyle/>
                    <a:p>
                      <a:pPr algn="just">
                        <a:lnSpc>
                          <a:spcPts val="3401"/>
                        </a:lnSpc>
                        <a:defRPr/>
                      </a:pPr>
                      <a:endParaRPr lang="en-US" sz="1100"/>
                    </a:p>
                  </a:txBody>
                  <a:tcPr marL="168361" marR="168361" marT="168361" marB="168361" anchor="ctr">
                    <a:lnL w="33672" cap="flat" cmpd="sng" algn="ctr">
                      <a:solidFill>
                        <a:srgbClr val="000000"/>
                      </a:solidFill>
                      <a:prstDash val="solid"/>
                      <a:round/>
                      <a:headEnd type="none" w="med" len="med"/>
                      <a:tailEnd type="none" w="med" len="med"/>
                    </a:lnL>
                    <a:lnR w="33672" cap="flat" cmpd="sng" algn="ctr">
                      <a:solidFill>
                        <a:srgbClr val="000000"/>
                      </a:solidFill>
                      <a:prstDash val="solid"/>
                      <a:round/>
                      <a:headEnd type="none" w="med" len="med"/>
                      <a:tailEnd type="none" w="med" len="med"/>
                    </a:lnR>
                    <a:lnT w="33672" cap="flat" cmpd="sng" algn="ctr">
                      <a:solidFill>
                        <a:srgbClr val="000000"/>
                      </a:solidFill>
                      <a:prstDash val="solid"/>
                      <a:round/>
                      <a:headEnd type="none" w="med" len="med"/>
                      <a:tailEnd type="none" w="med" len="med"/>
                    </a:lnT>
                    <a:lnB w="33672" cap="flat" cmpd="sng" algn="ctr">
                      <a:solidFill>
                        <a:srgbClr val="000000"/>
                      </a:solidFill>
                      <a:prstDash val="solid"/>
                      <a:round/>
                      <a:headEnd type="none" w="med" len="med"/>
                      <a:tailEnd type="none" w="med" len="med"/>
                    </a:lnB>
                  </a:tcPr>
                </a:tc>
                <a:tc>
                  <a:txBody>
                    <a:bodyPr/>
                    <a:lstStyle/>
                    <a:p>
                      <a:pPr algn="just">
                        <a:lnSpc>
                          <a:spcPts val="3401"/>
                        </a:lnSpc>
                        <a:defRPr/>
                      </a:pPr>
                      <a:endParaRPr lang="en-US" sz="1100"/>
                    </a:p>
                  </a:txBody>
                  <a:tcPr marL="168361" marR="168361" marT="168361" marB="168361" anchor="ctr">
                    <a:lnL w="33672" cap="flat" cmpd="sng" algn="ctr">
                      <a:solidFill>
                        <a:srgbClr val="000000"/>
                      </a:solidFill>
                      <a:prstDash val="solid"/>
                      <a:round/>
                      <a:headEnd type="none" w="med" len="med"/>
                      <a:tailEnd type="none" w="med" len="med"/>
                    </a:lnL>
                    <a:lnR w="33672" cap="flat" cmpd="sng" algn="ctr">
                      <a:solidFill>
                        <a:srgbClr val="000000"/>
                      </a:solidFill>
                      <a:prstDash val="solid"/>
                      <a:round/>
                      <a:headEnd type="none" w="med" len="med"/>
                      <a:tailEnd type="none" w="med" len="med"/>
                    </a:lnR>
                    <a:lnT w="33672" cap="flat" cmpd="sng" algn="ctr">
                      <a:solidFill>
                        <a:srgbClr val="000000"/>
                      </a:solidFill>
                      <a:prstDash val="solid"/>
                      <a:round/>
                      <a:headEnd type="none" w="med" len="med"/>
                      <a:tailEnd type="none" w="med" len="med"/>
                    </a:lnT>
                    <a:lnB w="33672" cap="flat" cmpd="sng" algn="ctr">
                      <a:solidFill>
                        <a:srgbClr val="000000"/>
                      </a:solidFill>
                      <a:prstDash val="solid"/>
                      <a:round/>
                      <a:headEnd type="none" w="med" len="med"/>
                      <a:tailEnd type="none" w="med" len="med"/>
                    </a:lnB>
                  </a:tcPr>
                </a:tc>
                <a:tc>
                  <a:txBody>
                    <a:bodyPr/>
                    <a:lstStyle/>
                    <a:p>
                      <a:pPr algn="just">
                        <a:lnSpc>
                          <a:spcPts val="3401"/>
                        </a:lnSpc>
                        <a:defRPr/>
                      </a:pPr>
                      <a:endParaRPr lang="en-US" sz="1100" dirty="0"/>
                    </a:p>
                  </a:txBody>
                  <a:tcPr marL="168361" marR="168361" marT="168361" marB="168361" anchor="ctr">
                    <a:lnL w="33672" cap="flat" cmpd="sng" algn="ctr">
                      <a:solidFill>
                        <a:srgbClr val="000000"/>
                      </a:solidFill>
                      <a:prstDash val="solid"/>
                      <a:round/>
                      <a:headEnd type="none" w="med" len="med"/>
                      <a:tailEnd type="none" w="med" len="med"/>
                    </a:lnL>
                    <a:lnR w="33672" cap="flat" cmpd="sng" algn="ctr">
                      <a:solidFill>
                        <a:srgbClr val="000000"/>
                      </a:solidFill>
                      <a:prstDash val="solid"/>
                      <a:round/>
                      <a:headEnd type="none" w="med" len="med"/>
                      <a:tailEnd type="none" w="med" len="med"/>
                    </a:lnR>
                    <a:lnT w="33672" cap="flat" cmpd="sng" algn="ctr">
                      <a:solidFill>
                        <a:srgbClr val="000000"/>
                      </a:solidFill>
                      <a:prstDash val="solid"/>
                      <a:round/>
                      <a:headEnd type="none" w="med" len="med"/>
                      <a:tailEnd type="none" w="med" len="med"/>
                    </a:lnT>
                    <a:lnB w="3367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29" name="Freeform 29"/>
          <p:cNvSpPr/>
          <p:nvPr/>
        </p:nvSpPr>
        <p:spPr>
          <a:xfrm>
            <a:off x="14535483" y="7614709"/>
            <a:ext cx="673075" cy="534956"/>
          </a:xfrm>
          <a:custGeom>
            <a:avLst/>
            <a:gdLst/>
            <a:ahLst/>
            <a:cxnLst/>
            <a:rect l="l" t="t" r="r" b="b"/>
            <a:pathLst>
              <a:path w="890092" h="765479">
                <a:moveTo>
                  <a:pt x="0" y="0"/>
                </a:moveTo>
                <a:lnTo>
                  <a:pt x="890093" y="0"/>
                </a:lnTo>
                <a:lnTo>
                  <a:pt x="890093" y="765479"/>
                </a:lnTo>
                <a:lnTo>
                  <a:pt x="0" y="76547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30" name="TextBox 30"/>
          <p:cNvSpPr txBox="1"/>
          <p:nvPr/>
        </p:nvSpPr>
        <p:spPr>
          <a:xfrm>
            <a:off x="3931236" y="708984"/>
            <a:ext cx="8581757" cy="1269578"/>
          </a:xfrm>
          <a:prstGeom prst="rect">
            <a:avLst/>
          </a:prstGeom>
        </p:spPr>
        <p:txBody>
          <a:bodyPr wrap="square" lIns="0" tIns="0" rIns="0" bIns="0" rtlCol="0" anchor="t">
            <a:spAutoFit/>
          </a:bodyPr>
          <a:lstStyle/>
          <a:p>
            <a:pPr marL="0" lvl="0" indent="0" algn="ctr">
              <a:lnSpc>
                <a:spcPts val="9913"/>
              </a:lnSpc>
              <a:spcBef>
                <a:spcPct val="0"/>
              </a:spcBef>
            </a:pPr>
            <a:r>
              <a:rPr lang="en-US" sz="7080" u="none" strike="noStrike" dirty="0">
                <a:solidFill>
                  <a:srgbClr val="0F4F36"/>
                </a:solidFill>
                <a:latin typeface="Badr"/>
                <a:ea typeface="Badr"/>
                <a:cs typeface="Badr"/>
                <a:sym typeface="Badr"/>
              </a:rPr>
              <a:t>15-3-2026           15-4-2026</a:t>
            </a:r>
          </a:p>
        </p:txBody>
      </p:sp>
      <p:grpSp>
        <p:nvGrpSpPr>
          <p:cNvPr id="31" name="Group 31"/>
          <p:cNvGrpSpPr/>
          <p:nvPr/>
        </p:nvGrpSpPr>
        <p:grpSpPr>
          <a:xfrm>
            <a:off x="16156342" y="7977827"/>
            <a:ext cx="1824504" cy="2014944"/>
            <a:chOff x="0" y="-87754"/>
            <a:chExt cx="480528" cy="530686"/>
          </a:xfrm>
        </p:grpSpPr>
        <p:sp>
          <p:nvSpPr>
            <p:cNvPr id="32" name="Freeform 32"/>
            <p:cNvSpPr/>
            <p:nvPr/>
          </p:nvSpPr>
          <p:spPr>
            <a:xfrm>
              <a:off x="0" y="0"/>
              <a:ext cx="477285" cy="225886"/>
            </a:xfrm>
            <a:custGeom>
              <a:avLst/>
              <a:gdLst/>
              <a:ahLst/>
              <a:cxnLst/>
              <a:rect l="l" t="t" r="r" b="b"/>
              <a:pathLst>
                <a:path w="477285" h="225886">
                  <a:moveTo>
                    <a:pt x="0" y="0"/>
                  </a:moveTo>
                  <a:lnTo>
                    <a:pt x="477285" y="0"/>
                  </a:lnTo>
                  <a:lnTo>
                    <a:pt x="477285" y="225886"/>
                  </a:lnTo>
                  <a:lnTo>
                    <a:pt x="0" y="225886"/>
                  </a:lnTo>
                  <a:close/>
                </a:path>
              </a:pathLst>
            </a:custGeom>
            <a:solidFill>
              <a:srgbClr val="E5EEB9"/>
            </a:solidFill>
          </p:spPr>
        </p:sp>
        <p:sp>
          <p:nvSpPr>
            <p:cNvPr id="33" name="TextBox 33"/>
            <p:cNvSpPr txBox="1"/>
            <p:nvPr/>
          </p:nvSpPr>
          <p:spPr>
            <a:xfrm>
              <a:off x="3243" y="-87754"/>
              <a:ext cx="477285" cy="530686"/>
            </a:xfrm>
            <a:prstGeom prst="rect">
              <a:avLst/>
            </a:prstGeom>
          </p:spPr>
          <p:txBody>
            <a:bodyPr lIns="50800" tIns="50800" rIns="50800" bIns="50800" rtlCol="0" anchor="ctr"/>
            <a:lstStyle/>
            <a:p>
              <a:pPr algn="ctr">
                <a:lnSpc>
                  <a:spcPts val="4200"/>
                </a:lnSpc>
              </a:pPr>
              <a:r>
                <a:rPr lang="en-US" sz="3000" b="1" dirty="0">
                  <a:solidFill>
                    <a:srgbClr val="000000"/>
                  </a:solidFill>
                  <a:latin typeface="Badr Bold"/>
                  <a:ea typeface="Badr Bold"/>
                  <a:cs typeface="Badr Bold"/>
                  <a:sym typeface="Badr Bold"/>
                </a:rPr>
                <a:t>Engagement</a:t>
              </a:r>
            </a:p>
          </p:txBody>
        </p:sp>
      </p:grpSp>
      <p:sp>
        <p:nvSpPr>
          <p:cNvPr id="34" name="Freeform 34"/>
          <p:cNvSpPr/>
          <p:nvPr/>
        </p:nvSpPr>
        <p:spPr>
          <a:xfrm>
            <a:off x="17224086" y="8393282"/>
            <a:ext cx="639097" cy="473686"/>
          </a:xfrm>
          <a:custGeom>
            <a:avLst/>
            <a:gdLst/>
            <a:ahLst/>
            <a:cxnLst/>
            <a:rect l="l" t="t" r="r" b="b"/>
            <a:pathLst>
              <a:path w="891728" h="892844">
                <a:moveTo>
                  <a:pt x="0" y="0"/>
                </a:moveTo>
                <a:lnTo>
                  <a:pt x="891728" y="0"/>
                </a:lnTo>
                <a:lnTo>
                  <a:pt x="891728" y="892843"/>
                </a:lnTo>
                <a:lnTo>
                  <a:pt x="0" y="89284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grpSp>
        <p:nvGrpSpPr>
          <p:cNvPr id="35" name="Group 35"/>
          <p:cNvGrpSpPr/>
          <p:nvPr/>
        </p:nvGrpSpPr>
        <p:grpSpPr>
          <a:xfrm>
            <a:off x="14969519" y="1821909"/>
            <a:ext cx="1967043" cy="2014944"/>
            <a:chOff x="0" y="-155705"/>
            <a:chExt cx="518069" cy="530686"/>
          </a:xfrm>
        </p:grpSpPr>
        <p:sp>
          <p:nvSpPr>
            <p:cNvPr id="36" name="Freeform 36"/>
            <p:cNvSpPr/>
            <p:nvPr/>
          </p:nvSpPr>
          <p:spPr>
            <a:xfrm>
              <a:off x="0" y="0"/>
              <a:ext cx="477285" cy="225886"/>
            </a:xfrm>
            <a:custGeom>
              <a:avLst/>
              <a:gdLst/>
              <a:ahLst/>
              <a:cxnLst/>
              <a:rect l="l" t="t" r="r" b="b"/>
              <a:pathLst>
                <a:path w="477285" h="225886">
                  <a:moveTo>
                    <a:pt x="0" y="0"/>
                  </a:moveTo>
                  <a:lnTo>
                    <a:pt x="477285" y="0"/>
                  </a:lnTo>
                  <a:lnTo>
                    <a:pt x="477285" y="225886"/>
                  </a:lnTo>
                  <a:lnTo>
                    <a:pt x="0" y="225886"/>
                  </a:lnTo>
                  <a:close/>
                </a:path>
              </a:pathLst>
            </a:custGeom>
            <a:solidFill>
              <a:srgbClr val="E5EEB9"/>
            </a:solidFill>
          </p:spPr>
        </p:sp>
        <p:sp>
          <p:nvSpPr>
            <p:cNvPr id="37" name="TextBox 37"/>
            <p:cNvSpPr txBox="1"/>
            <p:nvPr/>
          </p:nvSpPr>
          <p:spPr>
            <a:xfrm>
              <a:off x="40784" y="-155705"/>
              <a:ext cx="477285" cy="530686"/>
            </a:xfrm>
            <a:prstGeom prst="rect">
              <a:avLst/>
            </a:prstGeom>
          </p:spPr>
          <p:txBody>
            <a:bodyPr lIns="50800" tIns="50800" rIns="50800" bIns="50800" rtlCol="0" anchor="ctr"/>
            <a:lstStyle/>
            <a:p>
              <a:pPr algn="ctr">
                <a:lnSpc>
                  <a:spcPts val="4200"/>
                </a:lnSpc>
              </a:pPr>
              <a:r>
                <a:rPr lang="en-US" sz="3000" b="1" dirty="0">
                  <a:solidFill>
                    <a:srgbClr val="000000"/>
                  </a:solidFill>
                  <a:latin typeface="Badr Bold"/>
                  <a:ea typeface="Badr Bold"/>
                  <a:cs typeface="Badr Bold"/>
                  <a:sym typeface="Badr Bold"/>
                </a:rPr>
                <a:t>Awareness</a:t>
              </a:r>
            </a:p>
          </p:txBody>
        </p:sp>
      </p:grpSp>
      <p:sp>
        <p:nvSpPr>
          <p:cNvPr id="38" name="Freeform 38"/>
          <p:cNvSpPr/>
          <p:nvPr/>
        </p:nvSpPr>
        <p:spPr>
          <a:xfrm>
            <a:off x="14916587" y="2766091"/>
            <a:ext cx="562681" cy="493464"/>
          </a:xfrm>
          <a:custGeom>
            <a:avLst/>
            <a:gdLst/>
            <a:ahLst/>
            <a:cxnLst/>
            <a:rect l="l" t="t" r="r" b="b"/>
            <a:pathLst>
              <a:path w="850852" h="1020513">
                <a:moveTo>
                  <a:pt x="0" y="0"/>
                </a:moveTo>
                <a:lnTo>
                  <a:pt x="850852" y="0"/>
                </a:lnTo>
                <a:lnTo>
                  <a:pt x="850852" y="1020513"/>
                </a:lnTo>
                <a:lnTo>
                  <a:pt x="0" y="1020513"/>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grpSp>
        <p:nvGrpSpPr>
          <p:cNvPr id="39" name="Group 39"/>
          <p:cNvGrpSpPr/>
          <p:nvPr/>
        </p:nvGrpSpPr>
        <p:grpSpPr>
          <a:xfrm>
            <a:off x="16057699" y="2713645"/>
            <a:ext cx="1910834" cy="2014944"/>
            <a:chOff x="-25980" y="-137619"/>
            <a:chExt cx="503265" cy="530686"/>
          </a:xfrm>
        </p:grpSpPr>
        <p:sp>
          <p:nvSpPr>
            <p:cNvPr id="40" name="Freeform 40"/>
            <p:cNvSpPr/>
            <p:nvPr/>
          </p:nvSpPr>
          <p:spPr>
            <a:xfrm>
              <a:off x="0" y="0"/>
              <a:ext cx="477285" cy="225886"/>
            </a:xfrm>
            <a:custGeom>
              <a:avLst/>
              <a:gdLst/>
              <a:ahLst/>
              <a:cxnLst/>
              <a:rect l="l" t="t" r="r" b="b"/>
              <a:pathLst>
                <a:path w="477285" h="225886">
                  <a:moveTo>
                    <a:pt x="0" y="0"/>
                  </a:moveTo>
                  <a:lnTo>
                    <a:pt x="477285" y="0"/>
                  </a:lnTo>
                  <a:lnTo>
                    <a:pt x="477285" y="225886"/>
                  </a:lnTo>
                  <a:lnTo>
                    <a:pt x="0" y="225886"/>
                  </a:lnTo>
                  <a:close/>
                </a:path>
              </a:pathLst>
            </a:custGeom>
            <a:solidFill>
              <a:srgbClr val="E5EEB9"/>
            </a:solidFill>
          </p:spPr>
        </p:sp>
        <p:sp>
          <p:nvSpPr>
            <p:cNvPr id="41" name="TextBox 41"/>
            <p:cNvSpPr txBox="1"/>
            <p:nvPr/>
          </p:nvSpPr>
          <p:spPr>
            <a:xfrm>
              <a:off x="-25980" y="-137619"/>
              <a:ext cx="477285" cy="530686"/>
            </a:xfrm>
            <a:prstGeom prst="rect">
              <a:avLst/>
            </a:prstGeom>
          </p:spPr>
          <p:txBody>
            <a:bodyPr lIns="50800" tIns="50800" rIns="50800" bIns="50800" rtlCol="0" anchor="ctr"/>
            <a:lstStyle/>
            <a:p>
              <a:pPr algn="ctr">
                <a:lnSpc>
                  <a:spcPts val="4200"/>
                </a:lnSpc>
              </a:pPr>
              <a:r>
                <a:rPr lang="en-US" sz="3000" b="1" dirty="0">
                  <a:solidFill>
                    <a:srgbClr val="000000"/>
                  </a:solidFill>
                  <a:latin typeface="Badr Bold"/>
                  <a:ea typeface="Badr Bold"/>
                  <a:cs typeface="Badr Bold"/>
                  <a:sym typeface="Badr Bold"/>
                </a:rPr>
                <a:t>Celebration</a:t>
              </a:r>
            </a:p>
          </p:txBody>
        </p:sp>
      </p:grpSp>
      <p:sp>
        <p:nvSpPr>
          <p:cNvPr id="42" name="Freeform 42"/>
          <p:cNvSpPr/>
          <p:nvPr/>
        </p:nvSpPr>
        <p:spPr>
          <a:xfrm rot="787043">
            <a:off x="17096607" y="3206699"/>
            <a:ext cx="918889" cy="916592"/>
          </a:xfrm>
          <a:custGeom>
            <a:avLst/>
            <a:gdLst/>
            <a:ahLst/>
            <a:cxnLst/>
            <a:rect l="l" t="t" r="r" b="b"/>
            <a:pathLst>
              <a:path w="918889" h="916592">
                <a:moveTo>
                  <a:pt x="0" y="0"/>
                </a:moveTo>
                <a:lnTo>
                  <a:pt x="918889" y="0"/>
                </a:lnTo>
                <a:lnTo>
                  <a:pt x="918889" y="916592"/>
                </a:lnTo>
                <a:lnTo>
                  <a:pt x="0" y="916592"/>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46" name="Freeform 46"/>
          <p:cNvSpPr/>
          <p:nvPr/>
        </p:nvSpPr>
        <p:spPr>
          <a:xfrm rot="-1204906">
            <a:off x="14523854" y="4482750"/>
            <a:ext cx="705179" cy="490445"/>
          </a:xfrm>
          <a:custGeom>
            <a:avLst/>
            <a:gdLst/>
            <a:ahLst/>
            <a:cxnLst/>
            <a:rect l="l" t="t" r="r" b="b"/>
            <a:pathLst>
              <a:path w="986164" h="647170">
                <a:moveTo>
                  <a:pt x="0" y="0"/>
                </a:moveTo>
                <a:lnTo>
                  <a:pt x="986164" y="0"/>
                </a:lnTo>
                <a:lnTo>
                  <a:pt x="986164" y="647171"/>
                </a:lnTo>
                <a:lnTo>
                  <a:pt x="0" y="647171"/>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grpSp>
        <p:nvGrpSpPr>
          <p:cNvPr id="47" name="Group 47"/>
          <p:cNvGrpSpPr/>
          <p:nvPr/>
        </p:nvGrpSpPr>
        <p:grpSpPr>
          <a:xfrm>
            <a:off x="16102183" y="5831283"/>
            <a:ext cx="1939858" cy="1887982"/>
            <a:chOff x="-14264" y="-215717"/>
            <a:chExt cx="510909" cy="497245"/>
          </a:xfrm>
        </p:grpSpPr>
        <p:sp>
          <p:nvSpPr>
            <p:cNvPr id="48" name="Freeform 48"/>
            <p:cNvSpPr/>
            <p:nvPr/>
          </p:nvSpPr>
          <p:spPr>
            <a:xfrm>
              <a:off x="0" y="0"/>
              <a:ext cx="496645" cy="211495"/>
            </a:xfrm>
            <a:custGeom>
              <a:avLst/>
              <a:gdLst/>
              <a:ahLst/>
              <a:cxnLst/>
              <a:rect l="l" t="t" r="r" b="b"/>
              <a:pathLst>
                <a:path w="496645" h="211495">
                  <a:moveTo>
                    <a:pt x="0" y="0"/>
                  </a:moveTo>
                  <a:lnTo>
                    <a:pt x="496645" y="0"/>
                  </a:lnTo>
                  <a:lnTo>
                    <a:pt x="496645" y="211495"/>
                  </a:lnTo>
                  <a:lnTo>
                    <a:pt x="0" y="211495"/>
                  </a:lnTo>
                  <a:close/>
                </a:path>
              </a:pathLst>
            </a:custGeom>
            <a:solidFill>
              <a:srgbClr val="E5EEB9"/>
            </a:solidFill>
          </p:spPr>
        </p:sp>
        <p:sp>
          <p:nvSpPr>
            <p:cNvPr id="49" name="TextBox 49"/>
            <p:cNvSpPr txBox="1"/>
            <p:nvPr/>
          </p:nvSpPr>
          <p:spPr>
            <a:xfrm>
              <a:off x="-14264" y="-215717"/>
              <a:ext cx="496645" cy="497245"/>
            </a:xfrm>
            <a:prstGeom prst="rect">
              <a:avLst/>
            </a:prstGeom>
          </p:spPr>
          <p:txBody>
            <a:bodyPr lIns="50800" tIns="50800" rIns="50800" bIns="50800" rtlCol="0" anchor="ctr"/>
            <a:lstStyle/>
            <a:p>
              <a:pPr algn="ctr">
                <a:lnSpc>
                  <a:spcPts val="3919"/>
                </a:lnSpc>
              </a:pPr>
              <a:r>
                <a:rPr lang="en-US" sz="2799" b="1" dirty="0">
                  <a:solidFill>
                    <a:srgbClr val="000000"/>
                  </a:solidFill>
                  <a:latin typeface="Badr Bold"/>
                  <a:ea typeface="Badr Bold"/>
                  <a:cs typeface="Badr Bold"/>
                  <a:sym typeface="Badr Bold"/>
                </a:rPr>
                <a:t>Collaboration</a:t>
              </a:r>
            </a:p>
          </p:txBody>
        </p:sp>
      </p:grpSp>
      <p:sp>
        <p:nvSpPr>
          <p:cNvPr id="50" name="Freeform 50"/>
          <p:cNvSpPr/>
          <p:nvPr/>
        </p:nvSpPr>
        <p:spPr>
          <a:xfrm>
            <a:off x="17180983" y="6786606"/>
            <a:ext cx="838016" cy="622227"/>
          </a:xfrm>
          <a:custGeom>
            <a:avLst/>
            <a:gdLst/>
            <a:ahLst/>
            <a:cxnLst/>
            <a:rect l="l" t="t" r="r" b="b"/>
            <a:pathLst>
              <a:path w="838016" h="622227">
                <a:moveTo>
                  <a:pt x="0" y="0"/>
                </a:moveTo>
                <a:lnTo>
                  <a:pt x="838016" y="0"/>
                </a:lnTo>
                <a:lnTo>
                  <a:pt x="838016" y="622227"/>
                </a:lnTo>
                <a:lnTo>
                  <a:pt x="0" y="622227"/>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54" name="Freeform 54"/>
          <p:cNvSpPr/>
          <p:nvPr/>
        </p:nvSpPr>
        <p:spPr>
          <a:xfrm>
            <a:off x="15028058" y="6166769"/>
            <a:ext cx="541036" cy="444739"/>
          </a:xfrm>
          <a:custGeom>
            <a:avLst/>
            <a:gdLst/>
            <a:ahLst/>
            <a:cxnLst/>
            <a:rect l="l" t="t" r="r" b="b"/>
            <a:pathLst>
              <a:path w="752139" h="696668">
                <a:moveTo>
                  <a:pt x="0" y="0"/>
                </a:moveTo>
                <a:lnTo>
                  <a:pt x="752138" y="0"/>
                </a:lnTo>
                <a:lnTo>
                  <a:pt x="752138" y="696668"/>
                </a:lnTo>
                <a:lnTo>
                  <a:pt x="0" y="696668"/>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grpSp>
        <p:nvGrpSpPr>
          <p:cNvPr id="55" name="Group 55"/>
          <p:cNvGrpSpPr/>
          <p:nvPr/>
        </p:nvGrpSpPr>
        <p:grpSpPr>
          <a:xfrm>
            <a:off x="16156342" y="4709694"/>
            <a:ext cx="1812191" cy="1092917"/>
            <a:chOff x="0" y="-61961"/>
            <a:chExt cx="477285" cy="287847"/>
          </a:xfrm>
        </p:grpSpPr>
        <p:sp>
          <p:nvSpPr>
            <p:cNvPr id="56" name="Freeform 56"/>
            <p:cNvSpPr/>
            <p:nvPr/>
          </p:nvSpPr>
          <p:spPr>
            <a:xfrm>
              <a:off x="0" y="0"/>
              <a:ext cx="477285" cy="225886"/>
            </a:xfrm>
            <a:custGeom>
              <a:avLst/>
              <a:gdLst/>
              <a:ahLst/>
              <a:cxnLst/>
              <a:rect l="l" t="t" r="r" b="b"/>
              <a:pathLst>
                <a:path w="477285" h="225886">
                  <a:moveTo>
                    <a:pt x="0" y="0"/>
                  </a:moveTo>
                  <a:lnTo>
                    <a:pt x="477285" y="0"/>
                  </a:lnTo>
                  <a:lnTo>
                    <a:pt x="477285" y="225886"/>
                  </a:lnTo>
                  <a:lnTo>
                    <a:pt x="0" y="225886"/>
                  </a:lnTo>
                  <a:close/>
                </a:path>
              </a:pathLst>
            </a:custGeom>
            <a:solidFill>
              <a:srgbClr val="E5EEB9"/>
            </a:solidFill>
          </p:spPr>
        </p:sp>
        <p:sp>
          <p:nvSpPr>
            <p:cNvPr id="57" name="TextBox 57"/>
            <p:cNvSpPr txBox="1"/>
            <p:nvPr/>
          </p:nvSpPr>
          <p:spPr>
            <a:xfrm>
              <a:off x="0" y="-61961"/>
              <a:ext cx="472084" cy="210906"/>
            </a:xfrm>
            <a:prstGeom prst="rect">
              <a:avLst/>
            </a:prstGeom>
          </p:spPr>
          <p:txBody>
            <a:bodyPr lIns="50800" tIns="50800" rIns="50800" bIns="50800" rtlCol="0" anchor="ctr"/>
            <a:lstStyle/>
            <a:p>
              <a:pPr algn="ctr">
                <a:lnSpc>
                  <a:spcPts val="4200"/>
                </a:lnSpc>
              </a:pPr>
              <a:r>
                <a:rPr lang="en-US" sz="3000" b="1" dirty="0">
                  <a:solidFill>
                    <a:srgbClr val="000000"/>
                  </a:solidFill>
                  <a:latin typeface="Badr Bold"/>
                  <a:ea typeface="Badr Bold"/>
                  <a:cs typeface="Badr Bold"/>
                  <a:sym typeface="Badr Bold"/>
                </a:rPr>
                <a:t>Storytelling</a:t>
              </a:r>
            </a:p>
          </p:txBody>
        </p:sp>
      </p:grpSp>
      <p:sp>
        <p:nvSpPr>
          <p:cNvPr id="58" name="Freeform 58"/>
          <p:cNvSpPr/>
          <p:nvPr/>
        </p:nvSpPr>
        <p:spPr>
          <a:xfrm>
            <a:off x="16956704" y="5214226"/>
            <a:ext cx="448557" cy="610647"/>
          </a:xfrm>
          <a:custGeom>
            <a:avLst/>
            <a:gdLst/>
            <a:ahLst/>
            <a:cxnLst/>
            <a:rect l="l" t="t" r="r" b="b"/>
            <a:pathLst>
              <a:path w="791413" h="872299">
                <a:moveTo>
                  <a:pt x="0" y="0"/>
                </a:moveTo>
                <a:lnTo>
                  <a:pt x="791413" y="0"/>
                </a:lnTo>
                <a:lnTo>
                  <a:pt x="791413" y="872298"/>
                </a:lnTo>
                <a:lnTo>
                  <a:pt x="0" y="872298"/>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sp>
      <p:grpSp>
        <p:nvGrpSpPr>
          <p:cNvPr id="59" name="Group 59"/>
          <p:cNvGrpSpPr/>
          <p:nvPr/>
        </p:nvGrpSpPr>
        <p:grpSpPr>
          <a:xfrm>
            <a:off x="14234330" y="8825099"/>
            <a:ext cx="1962460" cy="2082691"/>
            <a:chOff x="-28924" y="-90490"/>
            <a:chExt cx="516862" cy="548529"/>
          </a:xfrm>
        </p:grpSpPr>
        <p:sp>
          <p:nvSpPr>
            <p:cNvPr id="60" name="Freeform 60"/>
            <p:cNvSpPr/>
            <p:nvPr/>
          </p:nvSpPr>
          <p:spPr>
            <a:xfrm>
              <a:off x="0" y="0"/>
              <a:ext cx="477285" cy="225886"/>
            </a:xfrm>
            <a:custGeom>
              <a:avLst/>
              <a:gdLst/>
              <a:ahLst/>
              <a:cxnLst/>
              <a:rect l="l" t="t" r="r" b="b"/>
              <a:pathLst>
                <a:path w="477285" h="225886">
                  <a:moveTo>
                    <a:pt x="0" y="0"/>
                  </a:moveTo>
                  <a:lnTo>
                    <a:pt x="477285" y="0"/>
                  </a:lnTo>
                  <a:lnTo>
                    <a:pt x="477285" y="225886"/>
                  </a:lnTo>
                  <a:lnTo>
                    <a:pt x="0" y="225886"/>
                  </a:lnTo>
                  <a:close/>
                </a:path>
              </a:pathLst>
            </a:custGeom>
            <a:solidFill>
              <a:srgbClr val="E5EEB9"/>
            </a:solidFill>
          </p:spPr>
        </p:sp>
        <p:sp>
          <p:nvSpPr>
            <p:cNvPr id="61" name="TextBox 61"/>
            <p:cNvSpPr txBox="1"/>
            <p:nvPr/>
          </p:nvSpPr>
          <p:spPr>
            <a:xfrm>
              <a:off x="-28924" y="-90490"/>
              <a:ext cx="516862" cy="548529"/>
            </a:xfrm>
            <a:prstGeom prst="rect">
              <a:avLst/>
            </a:prstGeom>
          </p:spPr>
          <p:txBody>
            <a:bodyPr lIns="50800" tIns="50800" rIns="50800" bIns="50800" rtlCol="0" anchor="ctr"/>
            <a:lstStyle/>
            <a:p>
              <a:pPr algn="ctr">
                <a:lnSpc>
                  <a:spcPts val="4200"/>
                </a:lnSpc>
              </a:pPr>
              <a:r>
                <a:rPr lang="en-US" sz="3000" b="1" dirty="0">
                  <a:solidFill>
                    <a:srgbClr val="000000"/>
                  </a:solidFill>
                  <a:latin typeface="Badr Bold"/>
                  <a:ea typeface="Badr Bold"/>
                  <a:cs typeface="Badr Bold"/>
                  <a:sym typeface="Badr Bold"/>
                </a:rPr>
                <a:t>Recruitment</a:t>
              </a:r>
            </a:p>
          </p:txBody>
        </p:sp>
      </p:grpSp>
      <p:sp>
        <p:nvSpPr>
          <p:cNvPr id="62" name="Freeform 62"/>
          <p:cNvSpPr/>
          <p:nvPr/>
        </p:nvSpPr>
        <p:spPr>
          <a:xfrm>
            <a:off x="15298576" y="9215614"/>
            <a:ext cx="759123" cy="557531"/>
          </a:xfrm>
          <a:custGeom>
            <a:avLst/>
            <a:gdLst/>
            <a:ahLst/>
            <a:cxnLst/>
            <a:rect l="l" t="t" r="r" b="b"/>
            <a:pathLst>
              <a:path w="841716" h="828681">
                <a:moveTo>
                  <a:pt x="0" y="0"/>
                </a:moveTo>
                <a:lnTo>
                  <a:pt x="841716" y="0"/>
                </a:lnTo>
                <a:lnTo>
                  <a:pt x="841716" y="828680"/>
                </a:lnTo>
                <a:lnTo>
                  <a:pt x="0" y="828680"/>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sp>
      <p:sp>
        <p:nvSpPr>
          <p:cNvPr id="63" name="TextBox 63"/>
          <p:cNvSpPr txBox="1"/>
          <p:nvPr/>
        </p:nvSpPr>
        <p:spPr>
          <a:xfrm>
            <a:off x="7554863" y="704437"/>
            <a:ext cx="1247946" cy="1231106"/>
          </a:xfrm>
          <a:prstGeom prst="rect">
            <a:avLst/>
          </a:prstGeom>
        </p:spPr>
        <p:txBody>
          <a:bodyPr wrap="square" lIns="0" tIns="0" rIns="0" bIns="0" rtlCol="0" anchor="t">
            <a:spAutoFit/>
          </a:bodyPr>
          <a:lstStyle/>
          <a:p>
            <a:pPr marL="0" lvl="0" indent="0" algn="ctr">
              <a:spcBef>
                <a:spcPct val="0"/>
              </a:spcBef>
            </a:pPr>
            <a:r>
              <a:rPr lang="en-US" sz="8000" u="none" strike="noStrike" dirty="0">
                <a:solidFill>
                  <a:srgbClr val="0F4F36"/>
                </a:solidFill>
                <a:latin typeface="Anton"/>
                <a:ea typeface="Anton"/>
                <a:cs typeface="Anton"/>
                <a:sym typeface="Anton"/>
              </a:rPr>
              <a:t>To</a:t>
            </a:r>
          </a:p>
        </p:txBody>
      </p:sp>
      <p:grpSp>
        <p:nvGrpSpPr>
          <p:cNvPr id="5" name="Group 5"/>
          <p:cNvGrpSpPr/>
          <p:nvPr/>
        </p:nvGrpSpPr>
        <p:grpSpPr>
          <a:xfrm>
            <a:off x="820799" y="2932213"/>
            <a:ext cx="13594726" cy="5833552"/>
            <a:chOff x="0" y="0"/>
            <a:chExt cx="18126302" cy="7778069"/>
          </a:xfrm>
        </p:grpSpPr>
        <p:sp>
          <p:nvSpPr>
            <p:cNvPr id="7" name="Freeform 7"/>
            <p:cNvSpPr/>
            <p:nvPr/>
          </p:nvSpPr>
          <p:spPr>
            <a:xfrm>
              <a:off x="9295965" y="3367517"/>
              <a:ext cx="764244" cy="916635"/>
            </a:xfrm>
            <a:custGeom>
              <a:avLst/>
              <a:gdLst/>
              <a:ahLst/>
              <a:cxnLst/>
              <a:rect l="l" t="t" r="r" b="b"/>
              <a:pathLst>
                <a:path w="764244" h="916635">
                  <a:moveTo>
                    <a:pt x="0" y="0"/>
                  </a:moveTo>
                  <a:lnTo>
                    <a:pt x="764244" y="0"/>
                  </a:lnTo>
                  <a:lnTo>
                    <a:pt x="764244" y="916635"/>
                  </a:lnTo>
                  <a:lnTo>
                    <a:pt x="0" y="91663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8" name="Freeform 8"/>
            <p:cNvSpPr/>
            <p:nvPr/>
          </p:nvSpPr>
          <p:spPr>
            <a:xfrm>
              <a:off x="1481124" y="2282179"/>
              <a:ext cx="764244" cy="916635"/>
            </a:xfrm>
            <a:custGeom>
              <a:avLst/>
              <a:gdLst/>
              <a:ahLst/>
              <a:cxnLst/>
              <a:rect l="l" t="t" r="r" b="b"/>
              <a:pathLst>
                <a:path w="764244" h="916635">
                  <a:moveTo>
                    <a:pt x="0" y="0"/>
                  </a:moveTo>
                  <a:lnTo>
                    <a:pt x="764244" y="0"/>
                  </a:lnTo>
                  <a:lnTo>
                    <a:pt x="764244" y="916635"/>
                  </a:lnTo>
                  <a:lnTo>
                    <a:pt x="0" y="91663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9" name="Freeform 9"/>
            <p:cNvSpPr/>
            <p:nvPr/>
          </p:nvSpPr>
          <p:spPr>
            <a:xfrm>
              <a:off x="1481124" y="5601455"/>
              <a:ext cx="764244" cy="916635"/>
            </a:xfrm>
            <a:custGeom>
              <a:avLst/>
              <a:gdLst/>
              <a:ahLst/>
              <a:cxnLst/>
              <a:rect l="l" t="t" r="r" b="b"/>
              <a:pathLst>
                <a:path w="764244" h="916635">
                  <a:moveTo>
                    <a:pt x="0" y="0"/>
                  </a:moveTo>
                  <a:lnTo>
                    <a:pt x="764244" y="0"/>
                  </a:lnTo>
                  <a:lnTo>
                    <a:pt x="764244" y="916634"/>
                  </a:lnTo>
                  <a:lnTo>
                    <a:pt x="0" y="916634"/>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0" name="Freeform 10"/>
            <p:cNvSpPr/>
            <p:nvPr/>
          </p:nvSpPr>
          <p:spPr>
            <a:xfrm>
              <a:off x="6735968" y="2225190"/>
              <a:ext cx="902031" cy="994222"/>
            </a:xfrm>
            <a:custGeom>
              <a:avLst/>
              <a:gdLst/>
              <a:ahLst/>
              <a:cxnLst/>
              <a:rect l="l" t="t" r="r" b="b"/>
              <a:pathLst>
                <a:path w="902031" h="994222">
                  <a:moveTo>
                    <a:pt x="0" y="0"/>
                  </a:moveTo>
                  <a:lnTo>
                    <a:pt x="902031" y="0"/>
                  </a:lnTo>
                  <a:lnTo>
                    <a:pt x="902031" y="994223"/>
                  </a:lnTo>
                  <a:lnTo>
                    <a:pt x="0" y="994223"/>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sp>
        <p:sp>
          <p:nvSpPr>
            <p:cNvPr id="11" name="Freeform 11"/>
            <p:cNvSpPr/>
            <p:nvPr/>
          </p:nvSpPr>
          <p:spPr>
            <a:xfrm>
              <a:off x="9124989" y="2406592"/>
              <a:ext cx="1017614" cy="667809"/>
            </a:xfrm>
            <a:custGeom>
              <a:avLst/>
              <a:gdLst/>
              <a:ahLst/>
              <a:cxnLst/>
              <a:rect l="l" t="t" r="r" b="b"/>
              <a:pathLst>
                <a:path w="1017614" h="667809">
                  <a:moveTo>
                    <a:pt x="0" y="0"/>
                  </a:moveTo>
                  <a:lnTo>
                    <a:pt x="1017614" y="0"/>
                  </a:lnTo>
                  <a:lnTo>
                    <a:pt x="1017614" y="667809"/>
                  </a:lnTo>
                  <a:lnTo>
                    <a:pt x="0" y="667809"/>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12" name="Freeform 12"/>
            <p:cNvSpPr/>
            <p:nvPr/>
          </p:nvSpPr>
          <p:spPr>
            <a:xfrm>
              <a:off x="6620384" y="5819382"/>
              <a:ext cx="1017614" cy="667809"/>
            </a:xfrm>
            <a:custGeom>
              <a:avLst/>
              <a:gdLst/>
              <a:ahLst/>
              <a:cxnLst/>
              <a:rect l="l" t="t" r="r" b="b"/>
              <a:pathLst>
                <a:path w="1017614" h="667809">
                  <a:moveTo>
                    <a:pt x="0" y="0"/>
                  </a:moveTo>
                  <a:lnTo>
                    <a:pt x="1017615" y="0"/>
                  </a:lnTo>
                  <a:lnTo>
                    <a:pt x="1017615" y="667810"/>
                  </a:lnTo>
                  <a:lnTo>
                    <a:pt x="0" y="667810"/>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13" name="Freeform 13"/>
            <p:cNvSpPr/>
            <p:nvPr/>
          </p:nvSpPr>
          <p:spPr>
            <a:xfrm>
              <a:off x="14390556" y="2406592"/>
              <a:ext cx="813781" cy="753764"/>
            </a:xfrm>
            <a:custGeom>
              <a:avLst/>
              <a:gdLst/>
              <a:ahLst/>
              <a:cxnLst/>
              <a:rect l="l" t="t" r="r" b="b"/>
              <a:pathLst>
                <a:path w="813781" h="753764">
                  <a:moveTo>
                    <a:pt x="0" y="0"/>
                  </a:moveTo>
                  <a:lnTo>
                    <a:pt x="813781" y="0"/>
                  </a:lnTo>
                  <a:lnTo>
                    <a:pt x="813781" y="753764"/>
                  </a:lnTo>
                  <a:lnTo>
                    <a:pt x="0" y="753764"/>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14" name="Freeform 14"/>
            <p:cNvSpPr/>
            <p:nvPr/>
          </p:nvSpPr>
          <p:spPr>
            <a:xfrm>
              <a:off x="16966942" y="2347536"/>
              <a:ext cx="814858" cy="812821"/>
            </a:xfrm>
            <a:custGeom>
              <a:avLst/>
              <a:gdLst/>
              <a:ahLst/>
              <a:cxnLst/>
              <a:rect l="l" t="t" r="r" b="b"/>
              <a:pathLst>
                <a:path w="814858" h="812821">
                  <a:moveTo>
                    <a:pt x="0" y="0"/>
                  </a:moveTo>
                  <a:lnTo>
                    <a:pt x="814857" y="0"/>
                  </a:lnTo>
                  <a:lnTo>
                    <a:pt x="814857" y="812820"/>
                  </a:lnTo>
                  <a:lnTo>
                    <a:pt x="0" y="812820"/>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15" name="Freeform 15"/>
            <p:cNvSpPr/>
            <p:nvPr/>
          </p:nvSpPr>
          <p:spPr>
            <a:xfrm>
              <a:off x="4048347" y="3520821"/>
              <a:ext cx="764244" cy="765201"/>
            </a:xfrm>
            <a:custGeom>
              <a:avLst/>
              <a:gdLst/>
              <a:ahLst/>
              <a:cxnLst/>
              <a:rect l="l" t="t" r="r" b="b"/>
              <a:pathLst>
                <a:path w="764244" h="765201">
                  <a:moveTo>
                    <a:pt x="0" y="0"/>
                  </a:moveTo>
                  <a:lnTo>
                    <a:pt x="764244" y="0"/>
                  </a:lnTo>
                  <a:lnTo>
                    <a:pt x="764244" y="765201"/>
                  </a:lnTo>
                  <a:lnTo>
                    <a:pt x="0" y="76520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6" name="Freeform 16"/>
            <p:cNvSpPr/>
            <p:nvPr/>
          </p:nvSpPr>
          <p:spPr>
            <a:xfrm>
              <a:off x="14437397" y="3607082"/>
              <a:ext cx="798221" cy="592679"/>
            </a:xfrm>
            <a:custGeom>
              <a:avLst/>
              <a:gdLst/>
              <a:ahLst/>
              <a:cxnLst/>
              <a:rect l="l" t="t" r="r" b="b"/>
              <a:pathLst>
                <a:path w="798221" h="592679">
                  <a:moveTo>
                    <a:pt x="0" y="0"/>
                  </a:moveTo>
                  <a:lnTo>
                    <a:pt x="798222" y="0"/>
                  </a:lnTo>
                  <a:lnTo>
                    <a:pt x="798222" y="592679"/>
                  </a:lnTo>
                  <a:lnTo>
                    <a:pt x="0" y="592679"/>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17" name="Freeform 17"/>
            <p:cNvSpPr/>
            <p:nvPr/>
          </p:nvSpPr>
          <p:spPr>
            <a:xfrm>
              <a:off x="1481124" y="4601159"/>
              <a:ext cx="764244" cy="765201"/>
            </a:xfrm>
            <a:custGeom>
              <a:avLst/>
              <a:gdLst/>
              <a:ahLst/>
              <a:cxnLst/>
              <a:rect l="l" t="t" r="r" b="b"/>
              <a:pathLst>
                <a:path w="764244" h="765201">
                  <a:moveTo>
                    <a:pt x="0" y="0"/>
                  </a:moveTo>
                  <a:lnTo>
                    <a:pt x="764244" y="0"/>
                  </a:lnTo>
                  <a:lnTo>
                    <a:pt x="764244" y="765201"/>
                  </a:lnTo>
                  <a:lnTo>
                    <a:pt x="0" y="76520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8" name="Freeform 18"/>
            <p:cNvSpPr/>
            <p:nvPr/>
          </p:nvSpPr>
          <p:spPr>
            <a:xfrm>
              <a:off x="9295965" y="4601159"/>
              <a:ext cx="764244" cy="765201"/>
            </a:xfrm>
            <a:custGeom>
              <a:avLst/>
              <a:gdLst/>
              <a:ahLst/>
              <a:cxnLst/>
              <a:rect l="l" t="t" r="r" b="b"/>
              <a:pathLst>
                <a:path w="764244" h="765201">
                  <a:moveTo>
                    <a:pt x="0" y="0"/>
                  </a:moveTo>
                  <a:lnTo>
                    <a:pt x="764244" y="0"/>
                  </a:lnTo>
                  <a:lnTo>
                    <a:pt x="764244" y="765201"/>
                  </a:lnTo>
                  <a:lnTo>
                    <a:pt x="0" y="76520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9" name="Freeform 19"/>
            <p:cNvSpPr/>
            <p:nvPr/>
          </p:nvSpPr>
          <p:spPr>
            <a:xfrm>
              <a:off x="11831596" y="4601159"/>
              <a:ext cx="764244" cy="765201"/>
            </a:xfrm>
            <a:custGeom>
              <a:avLst/>
              <a:gdLst/>
              <a:ahLst/>
              <a:cxnLst/>
              <a:rect l="l" t="t" r="r" b="b"/>
              <a:pathLst>
                <a:path w="764244" h="765201">
                  <a:moveTo>
                    <a:pt x="0" y="0"/>
                  </a:moveTo>
                  <a:lnTo>
                    <a:pt x="764244" y="0"/>
                  </a:lnTo>
                  <a:lnTo>
                    <a:pt x="764244" y="765201"/>
                  </a:lnTo>
                  <a:lnTo>
                    <a:pt x="0" y="76520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20" name="Freeform 20"/>
            <p:cNvSpPr/>
            <p:nvPr/>
          </p:nvSpPr>
          <p:spPr>
            <a:xfrm>
              <a:off x="17013680" y="4601159"/>
              <a:ext cx="721382" cy="710211"/>
            </a:xfrm>
            <a:custGeom>
              <a:avLst/>
              <a:gdLst/>
              <a:ahLst/>
              <a:cxnLst/>
              <a:rect l="l" t="t" r="r" b="b"/>
              <a:pathLst>
                <a:path w="721382" h="710211">
                  <a:moveTo>
                    <a:pt x="0" y="0"/>
                  </a:moveTo>
                  <a:lnTo>
                    <a:pt x="721382" y="0"/>
                  </a:lnTo>
                  <a:lnTo>
                    <a:pt x="721382" y="710211"/>
                  </a:lnTo>
                  <a:lnTo>
                    <a:pt x="0" y="710211"/>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sp>
        <p:sp>
          <p:nvSpPr>
            <p:cNvPr id="21" name="Freeform 21"/>
            <p:cNvSpPr/>
            <p:nvPr/>
          </p:nvSpPr>
          <p:spPr>
            <a:xfrm>
              <a:off x="9261973" y="5601455"/>
              <a:ext cx="764244" cy="916635"/>
            </a:xfrm>
            <a:custGeom>
              <a:avLst/>
              <a:gdLst/>
              <a:ahLst/>
              <a:cxnLst/>
              <a:rect l="l" t="t" r="r" b="b"/>
              <a:pathLst>
                <a:path w="764244" h="916635">
                  <a:moveTo>
                    <a:pt x="0" y="0"/>
                  </a:moveTo>
                  <a:lnTo>
                    <a:pt x="764244" y="0"/>
                  </a:lnTo>
                  <a:lnTo>
                    <a:pt x="764244" y="916634"/>
                  </a:lnTo>
                  <a:lnTo>
                    <a:pt x="0" y="916634"/>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22" name="Freeform 22"/>
            <p:cNvSpPr/>
            <p:nvPr/>
          </p:nvSpPr>
          <p:spPr>
            <a:xfrm>
              <a:off x="14374915" y="5820808"/>
              <a:ext cx="845063" cy="726754"/>
            </a:xfrm>
            <a:custGeom>
              <a:avLst/>
              <a:gdLst/>
              <a:ahLst/>
              <a:cxnLst/>
              <a:rect l="l" t="t" r="r" b="b"/>
              <a:pathLst>
                <a:path w="845063" h="726754">
                  <a:moveTo>
                    <a:pt x="0" y="0"/>
                  </a:moveTo>
                  <a:lnTo>
                    <a:pt x="845063" y="0"/>
                  </a:lnTo>
                  <a:lnTo>
                    <a:pt x="845063" y="726754"/>
                  </a:lnTo>
                  <a:lnTo>
                    <a:pt x="0" y="72675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23" name="Freeform 23"/>
            <p:cNvSpPr/>
            <p:nvPr/>
          </p:nvSpPr>
          <p:spPr>
            <a:xfrm>
              <a:off x="1481124" y="6837367"/>
              <a:ext cx="814858" cy="812821"/>
            </a:xfrm>
            <a:custGeom>
              <a:avLst/>
              <a:gdLst/>
              <a:ahLst/>
              <a:cxnLst/>
              <a:rect l="l" t="t" r="r" b="b"/>
              <a:pathLst>
                <a:path w="814858" h="812821">
                  <a:moveTo>
                    <a:pt x="0" y="0"/>
                  </a:moveTo>
                  <a:lnTo>
                    <a:pt x="814858" y="0"/>
                  </a:lnTo>
                  <a:lnTo>
                    <a:pt x="814858" y="812820"/>
                  </a:lnTo>
                  <a:lnTo>
                    <a:pt x="0" y="812820"/>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24" name="Freeform 24"/>
            <p:cNvSpPr/>
            <p:nvPr/>
          </p:nvSpPr>
          <p:spPr>
            <a:xfrm>
              <a:off x="4048347" y="6837367"/>
              <a:ext cx="814858" cy="812821"/>
            </a:xfrm>
            <a:custGeom>
              <a:avLst/>
              <a:gdLst/>
              <a:ahLst/>
              <a:cxnLst/>
              <a:rect l="l" t="t" r="r" b="b"/>
              <a:pathLst>
                <a:path w="814858" h="812821">
                  <a:moveTo>
                    <a:pt x="0" y="0"/>
                  </a:moveTo>
                  <a:lnTo>
                    <a:pt x="814857" y="0"/>
                  </a:lnTo>
                  <a:lnTo>
                    <a:pt x="814857" y="812820"/>
                  </a:lnTo>
                  <a:lnTo>
                    <a:pt x="0" y="812820"/>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25" name="Freeform 25"/>
            <p:cNvSpPr/>
            <p:nvPr/>
          </p:nvSpPr>
          <p:spPr>
            <a:xfrm>
              <a:off x="9251674" y="6837367"/>
              <a:ext cx="764244" cy="765201"/>
            </a:xfrm>
            <a:custGeom>
              <a:avLst/>
              <a:gdLst/>
              <a:ahLst/>
              <a:cxnLst/>
              <a:rect l="l" t="t" r="r" b="b"/>
              <a:pathLst>
                <a:path w="764244" h="765201">
                  <a:moveTo>
                    <a:pt x="0" y="0"/>
                  </a:moveTo>
                  <a:lnTo>
                    <a:pt x="764244" y="0"/>
                  </a:lnTo>
                  <a:lnTo>
                    <a:pt x="764244" y="765200"/>
                  </a:lnTo>
                  <a:lnTo>
                    <a:pt x="0" y="7652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528532" flipH="1">
            <a:off x="-2101367" y="-999340"/>
            <a:ext cx="9285265" cy="3075157"/>
          </a:xfrm>
          <a:custGeom>
            <a:avLst/>
            <a:gdLst/>
            <a:ahLst/>
            <a:cxnLst/>
            <a:rect l="l" t="t" r="r" b="b"/>
            <a:pathLst>
              <a:path w="9285265" h="3075157">
                <a:moveTo>
                  <a:pt x="9285265" y="0"/>
                </a:moveTo>
                <a:lnTo>
                  <a:pt x="0" y="0"/>
                </a:lnTo>
                <a:lnTo>
                  <a:pt x="0" y="3075157"/>
                </a:lnTo>
                <a:lnTo>
                  <a:pt x="9285265" y="3075157"/>
                </a:lnTo>
                <a:lnTo>
                  <a:pt x="9285265"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250662" y="-198827"/>
            <a:ext cx="3002535" cy="3002535"/>
          </a:xfrm>
          <a:custGeom>
            <a:avLst/>
            <a:gdLst/>
            <a:ahLst/>
            <a:cxnLst/>
            <a:rect l="l" t="t" r="r" b="b"/>
            <a:pathLst>
              <a:path w="3002535" h="3002535">
                <a:moveTo>
                  <a:pt x="0" y="0"/>
                </a:moveTo>
                <a:lnTo>
                  <a:pt x="3002535" y="0"/>
                </a:lnTo>
                <a:lnTo>
                  <a:pt x="3002535" y="3002535"/>
                </a:lnTo>
                <a:lnTo>
                  <a:pt x="0" y="3002535"/>
                </a:lnTo>
                <a:lnTo>
                  <a:pt x="0" y="0"/>
                </a:lnTo>
                <a:close/>
              </a:path>
            </a:pathLst>
          </a:custGeom>
          <a:blipFill>
            <a:blip r:embed="rId4"/>
            <a:stretch>
              <a:fillRect/>
            </a:stretch>
          </a:blipFill>
        </p:spPr>
      </p:sp>
      <p:sp>
        <p:nvSpPr>
          <p:cNvPr id="4" name="Freeform 4"/>
          <p:cNvSpPr/>
          <p:nvPr/>
        </p:nvSpPr>
        <p:spPr>
          <a:xfrm rot="1186442">
            <a:off x="10607614" y="-1296238"/>
            <a:ext cx="9285265" cy="3075157"/>
          </a:xfrm>
          <a:custGeom>
            <a:avLst/>
            <a:gdLst/>
            <a:ahLst/>
            <a:cxnLst/>
            <a:rect l="l" t="t" r="r" b="b"/>
            <a:pathLst>
              <a:path w="9285265" h="3075157">
                <a:moveTo>
                  <a:pt x="0" y="0"/>
                </a:moveTo>
                <a:lnTo>
                  <a:pt x="9285265" y="0"/>
                </a:lnTo>
                <a:lnTo>
                  <a:pt x="9285265" y="3075157"/>
                </a:lnTo>
                <a:lnTo>
                  <a:pt x="0" y="307515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1240589" y="2109341"/>
            <a:ext cx="16215936" cy="7946925"/>
          </a:xfrm>
          <a:custGeom>
            <a:avLst/>
            <a:gdLst/>
            <a:ahLst/>
            <a:cxnLst/>
            <a:rect l="l" t="t" r="r" b="b"/>
            <a:pathLst>
              <a:path w="16215936" h="7946925">
                <a:moveTo>
                  <a:pt x="0" y="0"/>
                </a:moveTo>
                <a:lnTo>
                  <a:pt x="16215936" y="0"/>
                </a:lnTo>
                <a:lnTo>
                  <a:pt x="16215936" y="7946924"/>
                </a:lnTo>
                <a:lnTo>
                  <a:pt x="0" y="7946924"/>
                </a:lnTo>
                <a:lnTo>
                  <a:pt x="0" y="0"/>
                </a:lnTo>
                <a:close/>
              </a:path>
            </a:pathLst>
          </a:custGeom>
          <a:blipFill>
            <a:blip r:embed="rId5"/>
            <a:stretch>
              <a:fillRect t="-13890"/>
            </a:stretch>
          </a:blipFill>
        </p:spPr>
      </p:sp>
      <p:sp>
        <p:nvSpPr>
          <p:cNvPr id="6" name="TextBox 6"/>
          <p:cNvSpPr txBox="1"/>
          <p:nvPr/>
        </p:nvSpPr>
        <p:spPr>
          <a:xfrm>
            <a:off x="4914884" y="650397"/>
            <a:ext cx="8039115" cy="1269578"/>
          </a:xfrm>
          <a:prstGeom prst="rect">
            <a:avLst/>
          </a:prstGeom>
        </p:spPr>
        <p:txBody>
          <a:bodyPr wrap="square" lIns="0" tIns="0" rIns="0" bIns="0" rtlCol="0" anchor="t">
            <a:spAutoFit/>
          </a:bodyPr>
          <a:lstStyle/>
          <a:p>
            <a:pPr marL="0" lvl="0" indent="0" algn="ctr">
              <a:lnSpc>
                <a:spcPts val="9913"/>
              </a:lnSpc>
              <a:spcBef>
                <a:spcPct val="0"/>
              </a:spcBef>
            </a:pPr>
            <a:r>
              <a:rPr lang="en-US" sz="7080" u="none" strike="noStrike" dirty="0">
                <a:solidFill>
                  <a:srgbClr val="0F4F36"/>
                </a:solidFill>
                <a:latin typeface="Badr"/>
                <a:ea typeface="Badr"/>
                <a:cs typeface="Badr"/>
                <a:sym typeface="Badr"/>
              </a:rPr>
              <a:t>15-3-2026           15-4-2026</a:t>
            </a:r>
          </a:p>
        </p:txBody>
      </p:sp>
      <p:sp>
        <p:nvSpPr>
          <p:cNvPr id="7" name="TextBox 7"/>
          <p:cNvSpPr txBox="1"/>
          <p:nvPr/>
        </p:nvSpPr>
        <p:spPr>
          <a:xfrm>
            <a:off x="8497395" y="650397"/>
            <a:ext cx="984807" cy="1231106"/>
          </a:xfrm>
          <a:prstGeom prst="rect">
            <a:avLst/>
          </a:prstGeom>
        </p:spPr>
        <p:txBody>
          <a:bodyPr wrap="square" lIns="0" tIns="0" rIns="0" bIns="0" rtlCol="0" anchor="t">
            <a:spAutoFit/>
          </a:bodyPr>
          <a:lstStyle/>
          <a:p>
            <a:pPr marL="0" lvl="0" indent="0" algn="ctr">
              <a:spcBef>
                <a:spcPct val="0"/>
              </a:spcBef>
            </a:pPr>
            <a:r>
              <a:rPr lang="en-US" sz="8000" u="none" strike="noStrike" dirty="0">
                <a:solidFill>
                  <a:srgbClr val="0F4F36"/>
                </a:solidFill>
                <a:latin typeface="Anton"/>
                <a:ea typeface="Anton"/>
                <a:cs typeface="Anton"/>
                <a:sym typeface="Anton"/>
              </a:rPr>
              <a:t>To</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528532" flipH="1">
            <a:off x="-2101367" y="-999340"/>
            <a:ext cx="9285265" cy="3075157"/>
          </a:xfrm>
          <a:custGeom>
            <a:avLst/>
            <a:gdLst/>
            <a:ahLst/>
            <a:cxnLst/>
            <a:rect l="l" t="t" r="r" b="b"/>
            <a:pathLst>
              <a:path w="9285265" h="3075157">
                <a:moveTo>
                  <a:pt x="9285265" y="0"/>
                </a:moveTo>
                <a:lnTo>
                  <a:pt x="0" y="0"/>
                </a:lnTo>
                <a:lnTo>
                  <a:pt x="0" y="3075157"/>
                </a:lnTo>
                <a:lnTo>
                  <a:pt x="9285265" y="3075157"/>
                </a:lnTo>
                <a:lnTo>
                  <a:pt x="9285265"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250662" y="-198827"/>
            <a:ext cx="3002535" cy="3002535"/>
          </a:xfrm>
          <a:custGeom>
            <a:avLst/>
            <a:gdLst/>
            <a:ahLst/>
            <a:cxnLst/>
            <a:rect l="l" t="t" r="r" b="b"/>
            <a:pathLst>
              <a:path w="3002535" h="3002535">
                <a:moveTo>
                  <a:pt x="0" y="0"/>
                </a:moveTo>
                <a:lnTo>
                  <a:pt x="3002535" y="0"/>
                </a:lnTo>
                <a:lnTo>
                  <a:pt x="3002535" y="3002535"/>
                </a:lnTo>
                <a:lnTo>
                  <a:pt x="0" y="3002535"/>
                </a:lnTo>
                <a:lnTo>
                  <a:pt x="0" y="0"/>
                </a:lnTo>
                <a:close/>
              </a:path>
            </a:pathLst>
          </a:custGeom>
          <a:blipFill>
            <a:blip r:embed="rId4"/>
            <a:stretch>
              <a:fillRect/>
            </a:stretch>
          </a:blipFill>
        </p:spPr>
      </p:sp>
      <p:sp>
        <p:nvSpPr>
          <p:cNvPr id="4" name="Freeform 4"/>
          <p:cNvSpPr/>
          <p:nvPr/>
        </p:nvSpPr>
        <p:spPr>
          <a:xfrm rot="1186442">
            <a:off x="10607614" y="-1296238"/>
            <a:ext cx="9285265" cy="3075157"/>
          </a:xfrm>
          <a:custGeom>
            <a:avLst/>
            <a:gdLst/>
            <a:ahLst/>
            <a:cxnLst/>
            <a:rect l="l" t="t" r="r" b="b"/>
            <a:pathLst>
              <a:path w="9285265" h="3075157">
                <a:moveTo>
                  <a:pt x="0" y="0"/>
                </a:moveTo>
                <a:lnTo>
                  <a:pt x="9285265" y="0"/>
                </a:lnTo>
                <a:lnTo>
                  <a:pt x="9285265" y="3075157"/>
                </a:lnTo>
                <a:lnTo>
                  <a:pt x="0" y="307515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aphicFrame>
        <p:nvGraphicFramePr>
          <p:cNvPr id="5" name="Table 5"/>
          <p:cNvGraphicFramePr>
            <a:graphicFrameLocks noGrp="1"/>
          </p:cNvGraphicFramePr>
          <p:nvPr/>
        </p:nvGraphicFramePr>
        <p:xfrm>
          <a:off x="560563" y="3216358"/>
          <a:ext cx="13578530" cy="6668709"/>
        </p:xfrm>
        <a:graphic>
          <a:graphicData uri="http://schemas.openxmlformats.org/drawingml/2006/table">
            <a:tbl>
              <a:tblPr/>
              <a:tblGrid>
                <a:gridCol w="1939790">
                  <a:extLst>
                    <a:ext uri="{9D8B030D-6E8A-4147-A177-3AD203B41FA5}">
                      <a16:colId xmlns:a16="http://schemas.microsoft.com/office/drawing/2014/main" val="20000"/>
                    </a:ext>
                  </a:extLst>
                </a:gridCol>
                <a:gridCol w="1939790">
                  <a:extLst>
                    <a:ext uri="{9D8B030D-6E8A-4147-A177-3AD203B41FA5}">
                      <a16:colId xmlns:a16="http://schemas.microsoft.com/office/drawing/2014/main" val="20001"/>
                    </a:ext>
                  </a:extLst>
                </a:gridCol>
                <a:gridCol w="1939790">
                  <a:extLst>
                    <a:ext uri="{9D8B030D-6E8A-4147-A177-3AD203B41FA5}">
                      <a16:colId xmlns:a16="http://schemas.microsoft.com/office/drawing/2014/main" val="20002"/>
                    </a:ext>
                  </a:extLst>
                </a:gridCol>
                <a:gridCol w="1939790">
                  <a:extLst>
                    <a:ext uri="{9D8B030D-6E8A-4147-A177-3AD203B41FA5}">
                      <a16:colId xmlns:a16="http://schemas.microsoft.com/office/drawing/2014/main" val="20003"/>
                    </a:ext>
                  </a:extLst>
                </a:gridCol>
                <a:gridCol w="1939790">
                  <a:extLst>
                    <a:ext uri="{9D8B030D-6E8A-4147-A177-3AD203B41FA5}">
                      <a16:colId xmlns:a16="http://schemas.microsoft.com/office/drawing/2014/main" val="20004"/>
                    </a:ext>
                  </a:extLst>
                </a:gridCol>
                <a:gridCol w="1939790">
                  <a:extLst>
                    <a:ext uri="{9D8B030D-6E8A-4147-A177-3AD203B41FA5}">
                      <a16:colId xmlns:a16="http://schemas.microsoft.com/office/drawing/2014/main" val="20005"/>
                    </a:ext>
                  </a:extLst>
                </a:gridCol>
                <a:gridCol w="1939790">
                  <a:extLst>
                    <a:ext uri="{9D8B030D-6E8A-4147-A177-3AD203B41FA5}">
                      <a16:colId xmlns:a16="http://schemas.microsoft.com/office/drawing/2014/main" val="20006"/>
                    </a:ext>
                  </a:extLst>
                </a:gridCol>
              </a:tblGrid>
              <a:tr h="1607640">
                <a:tc>
                  <a:txBody>
                    <a:bodyPr/>
                    <a:lstStyle/>
                    <a:p>
                      <a:pPr marL="0" lvl="0" indent="0" algn="ctr">
                        <a:lnSpc>
                          <a:spcPts val="6803"/>
                        </a:lnSpc>
                        <a:spcBef>
                          <a:spcPct val="0"/>
                        </a:spcBef>
                        <a:defRPr/>
                      </a:pPr>
                      <a:r>
                        <a:rPr lang="en-US" sz="4859" b="1">
                          <a:solidFill>
                            <a:srgbClr val="FFFFFF"/>
                          </a:solidFill>
                          <a:latin typeface="Badr Bold"/>
                          <a:ea typeface="Badr Bold"/>
                          <a:cs typeface="Badr Bold"/>
                          <a:sym typeface="Badr Bold"/>
                        </a:rPr>
                        <a:t>Sun</a:t>
                      </a:r>
                      <a:endParaRPr lang="en-US" sz="1100"/>
                    </a:p>
                  </a:txBody>
                  <a:tcPr marL="154305" marR="154305" marT="154305" marB="154305" anchor="ctr">
                    <a:lnL w="30861" cap="flat" cmpd="sng" algn="ctr">
                      <a:solidFill>
                        <a:srgbClr val="000000"/>
                      </a:solidFill>
                      <a:prstDash val="solid"/>
                      <a:round/>
                      <a:headEnd type="none" w="med" len="med"/>
                      <a:tailEnd type="none" w="med" len="med"/>
                    </a:lnL>
                    <a:lnR w="30861" cap="flat" cmpd="sng" algn="ctr">
                      <a:solidFill>
                        <a:srgbClr val="000000"/>
                      </a:solidFill>
                      <a:prstDash val="solid"/>
                      <a:round/>
                      <a:headEnd type="none" w="med" len="med"/>
                      <a:tailEnd type="none" w="med" len="med"/>
                    </a:lnR>
                    <a:lnT w="30861" cap="flat" cmpd="sng" algn="ctr">
                      <a:solidFill>
                        <a:srgbClr val="000000"/>
                      </a:solidFill>
                      <a:prstDash val="solid"/>
                      <a:round/>
                      <a:headEnd type="none" w="med" len="med"/>
                      <a:tailEnd type="none" w="med" len="med"/>
                    </a:lnT>
                    <a:lnB w="30861" cap="flat" cmpd="sng" algn="ctr">
                      <a:solidFill>
                        <a:srgbClr val="000000"/>
                      </a:solidFill>
                      <a:prstDash val="solid"/>
                      <a:round/>
                      <a:headEnd type="none" w="med" len="med"/>
                      <a:tailEnd type="none" w="med" len="med"/>
                    </a:lnB>
                    <a:solidFill>
                      <a:srgbClr val="0F4F36"/>
                    </a:solidFill>
                  </a:tcPr>
                </a:tc>
                <a:tc>
                  <a:txBody>
                    <a:bodyPr/>
                    <a:lstStyle/>
                    <a:p>
                      <a:pPr marL="0" lvl="0" indent="0" algn="ctr">
                        <a:lnSpc>
                          <a:spcPts val="6803"/>
                        </a:lnSpc>
                        <a:spcBef>
                          <a:spcPct val="0"/>
                        </a:spcBef>
                        <a:defRPr/>
                      </a:pPr>
                      <a:r>
                        <a:rPr lang="en-US" sz="4859" b="1">
                          <a:solidFill>
                            <a:srgbClr val="FFFFFF"/>
                          </a:solidFill>
                          <a:latin typeface="Badr Bold"/>
                          <a:ea typeface="Badr Bold"/>
                          <a:cs typeface="Badr Bold"/>
                          <a:sym typeface="Badr Bold"/>
                        </a:rPr>
                        <a:t>Mon</a:t>
                      </a:r>
                      <a:endParaRPr lang="en-US" sz="1100"/>
                    </a:p>
                  </a:txBody>
                  <a:tcPr marL="154305" marR="154305" marT="154305" marB="154305" anchor="ctr">
                    <a:lnL w="30861" cap="flat" cmpd="sng" algn="ctr">
                      <a:solidFill>
                        <a:srgbClr val="000000"/>
                      </a:solidFill>
                      <a:prstDash val="solid"/>
                      <a:round/>
                      <a:headEnd type="none" w="med" len="med"/>
                      <a:tailEnd type="none" w="med" len="med"/>
                    </a:lnL>
                    <a:lnR w="30861" cap="flat" cmpd="sng" algn="ctr">
                      <a:solidFill>
                        <a:srgbClr val="000000"/>
                      </a:solidFill>
                      <a:prstDash val="solid"/>
                      <a:round/>
                      <a:headEnd type="none" w="med" len="med"/>
                      <a:tailEnd type="none" w="med" len="med"/>
                    </a:lnR>
                    <a:lnT w="30861" cap="flat" cmpd="sng" algn="ctr">
                      <a:solidFill>
                        <a:srgbClr val="000000"/>
                      </a:solidFill>
                      <a:prstDash val="solid"/>
                      <a:round/>
                      <a:headEnd type="none" w="med" len="med"/>
                      <a:tailEnd type="none" w="med" len="med"/>
                    </a:lnT>
                    <a:lnB w="30861" cap="flat" cmpd="sng" algn="ctr">
                      <a:solidFill>
                        <a:srgbClr val="000000"/>
                      </a:solidFill>
                      <a:prstDash val="solid"/>
                      <a:round/>
                      <a:headEnd type="none" w="med" len="med"/>
                      <a:tailEnd type="none" w="med" len="med"/>
                    </a:lnB>
                    <a:solidFill>
                      <a:srgbClr val="0F4F36"/>
                    </a:solidFill>
                  </a:tcPr>
                </a:tc>
                <a:tc>
                  <a:txBody>
                    <a:bodyPr/>
                    <a:lstStyle/>
                    <a:p>
                      <a:pPr marL="0" lvl="0" indent="0" algn="ctr">
                        <a:lnSpc>
                          <a:spcPts val="6803"/>
                        </a:lnSpc>
                        <a:spcBef>
                          <a:spcPct val="0"/>
                        </a:spcBef>
                        <a:defRPr/>
                      </a:pPr>
                      <a:r>
                        <a:rPr lang="en-US" sz="4859" b="1">
                          <a:solidFill>
                            <a:srgbClr val="FFFFFF"/>
                          </a:solidFill>
                          <a:latin typeface="Badr Bold"/>
                          <a:ea typeface="Badr Bold"/>
                          <a:cs typeface="Badr Bold"/>
                          <a:sym typeface="Badr Bold"/>
                        </a:rPr>
                        <a:t>Tue</a:t>
                      </a:r>
                      <a:endParaRPr lang="en-US" sz="1100"/>
                    </a:p>
                  </a:txBody>
                  <a:tcPr marL="154305" marR="154305" marT="154305" marB="154305" anchor="ctr">
                    <a:lnL w="30861" cap="flat" cmpd="sng" algn="ctr">
                      <a:solidFill>
                        <a:srgbClr val="000000"/>
                      </a:solidFill>
                      <a:prstDash val="solid"/>
                      <a:round/>
                      <a:headEnd type="none" w="med" len="med"/>
                      <a:tailEnd type="none" w="med" len="med"/>
                    </a:lnL>
                    <a:lnR w="30861" cap="flat" cmpd="sng" algn="ctr">
                      <a:solidFill>
                        <a:srgbClr val="000000"/>
                      </a:solidFill>
                      <a:prstDash val="solid"/>
                      <a:round/>
                      <a:headEnd type="none" w="med" len="med"/>
                      <a:tailEnd type="none" w="med" len="med"/>
                    </a:lnR>
                    <a:lnT w="30861" cap="flat" cmpd="sng" algn="ctr">
                      <a:solidFill>
                        <a:srgbClr val="000000"/>
                      </a:solidFill>
                      <a:prstDash val="solid"/>
                      <a:round/>
                      <a:headEnd type="none" w="med" len="med"/>
                      <a:tailEnd type="none" w="med" len="med"/>
                    </a:lnT>
                    <a:lnB w="30861" cap="flat" cmpd="sng" algn="ctr">
                      <a:solidFill>
                        <a:srgbClr val="000000"/>
                      </a:solidFill>
                      <a:prstDash val="solid"/>
                      <a:round/>
                      <a:headEnd type="none" w="med" len="med"/>
                      <a:tailEnd type="none" w="med" len="med"/>
                    </a:lnB>
                    <a:solidFill>
                      <a:srgbClr val="0F4F36"/>
                    </a:solidFill>
                  </a:tcPr>
                </a:tc>
                <a:tc>
                  <a:txBody>
                    <a:bodyPr/>
                    <a:lstStyle/>
                    <a:p>
                      <a:pPr marL="0" lvl="0" indent="0" algn="ctr">
                        <a:lnSpc>
                          <a:spcPts val="6803"/>
                        </a:lnSpc>
                        <a:spcBef>
                          <a:spcPct val="0"/>
                        </a:spcBef>
                        <a:defRPr/>
                      </a:pPr>
                      <a:r>
                        <a:rPr lang="en-US" sz="4859" b="1">
                          <a:solidFill>
                            <a:srgbClr val="FFFFFF"/>
                          </a:solidFill>
                          <a:latin typeface="Badr Bold"/>
                          <a:ea typeface="Badr Bold"/>
                          <a:cs typeface="Badr Bold"/>
                          <a:sym typeface="Badr Bold"/>
                        </a:rPr>
                        <a:t>Wed</a:t>
                      </a:r>
                      <a:endParaRPr lang="en-US" sz="1100"/>
                    </a:p>
                  </a:txBody>
                  <a:tcPr marL="154305" marR="154305" marT="154305" marB="154305" anchor="ctr">
                    <a:lnL w="30861" cap="flat" cmpd="sng" algn="ctr">
                      <a:solidFill>
                        <a:srgbClr val="000000"/>
                      </a:solidFill>
                      <a:prstDash val="solid"/>
                      <a:round/>
                      <a:headEnd type="none" w="med" len="med"/>
                      <a:tailEnd type="none" w="med" len="med"/>
                    </a:lnL>
                    <a:lnR w="30861" cap="flat" cmpd="sng" algn="ctr">
                      <a:solidFill>
                        <a:srgbClr val="000000"/>
                      </a:solidFill>
                      <a:prstDash val="solid"/>
                      <a:round/>
                      <a:headEnd type="none" w="med" len="med"/>
                      <a:tailEnd type="none" w="med" len="med"/>
                    </a:lnR>
                    <a:lnT w="30861" cap="flat" cmpd="sng" algn="ctr">
                      <a:solidFill>
                        <a:srgbClr val="000000"/>
                      </a:solidFill>
                      <a:prstDash val="solid"/>
                      <a:round/>
                      <a:headEnd type="none" w="med" len="med"/>
                      <a:tailEnd type="none" w="med" len="med"/>
                    </a:lnT>
                    <a:lnB w="30861" cap="flat" cmpd="sng" algn="ctr">
                      <a:solidFill>
                        <a:srgbClr val="000000"/>
                      </a:solidFill>
                      <a:prstDash val="solid"/>
                      <a:round/>
                      <a:headEnd type="none" w="med" len="med"/>
                      <a:tailEnd type="none" w="med" len="med"/>
                    </a:lnB>
                    <a:solidFill>
                      <a:srgbClr val="0F4F36"/>
                    </a:solidFill>
                  </a:tcPr>
                </a:tc>
                <a:tc>
                  <a:txBody>
                    <a:bodyPr/>
                    <a:lstStyle/>
                    <a:p>
                      <a:pPr marL="0" lvl="0" indent="0" algn="ctr">
                        <a:lnSpc>
                          <a:spcPts val="6803"/>
                        </a:lnSpc>
                        <a:spcBef>
                          <a:spcPct val="0"/>
                        </a:spcBef>
                        <a:defRPr/>
                      </a:pPr>
                      <a:r>
                        <a:rPr lang="en-US" sz="4859" b="1">
                          <a:solidFill>
                            <a:srgbClr val="FFFFFF"/>
                          </a:solidFill>
                          <a:latin typeface="Badr Bold"/>
                          <a:ea typeface="Badr Bold"/>
                          <a:cs typeface="Badr Bold"/>
                          <a:sym typeface="Badr Bold"/>
                        </a:rPr>
                        <a:t>Thu</a:t>
                      </a:r>
                      <a:endParaRPr lang="en-US" sz="1100"/>
                    </a:p>
                  </a:txBody>
                  <a:tcPr marL="154305" marR="154305" marT="154305" marB="154305" anchor="ctr">
                    <a:lnL w="30861" cap="flat" cmpd="sng" algn="ctr">
                      <a:solidFill>
                        <a:srgbClr val="000000"/>
                      </a:solidFill>
                      <a:prstDash val="solid"/>
                      <a:round/>
                      <a:headEnd type="none" w="med" len="med"/>
                      <a:tailEnd type="none" w="med" len="med"/>
                    </a:lnL>
                    <a:lnR w="30861" cap="flat" cmpd="sng" algn="ctr">
                      <a:solidFill>
                        <a:srgbClr val="000000"/>
                      </a:solidFill>
                      <a:prstDash val="solid"/>
                      <a:round/>
                      <a:headEnd type="none" w="med" len="med"/>
                      <a:tailEnd type="none" w="med" len="med"/>
                    </a:lnR>
                    <a:lnT w="30861" cap="flat" cmpd="sng" algn="ctr">
                      <a:solidFill>
                        <a:srgbClr val="000000"/>
                      </a:solidFill>
                      <a:prstDash val="solid"/>
                      <a:round/>
                      <a:headEnd type="none" w="med" len="med"/>
                      <a:tailEnd type="none" w="med" len="med"/>
                    </a:lnT>
                    <a:lnB w="30861" cap="flat" cmpd="sng" algn="ctr">
                      <a:solidFill>
                        <a:srgbClr val="000000"/>
                      </a:solidFill>
                      <a:prstDash val="solid"/>
                      <a:round/>
                      <a:headEnd type="none" w="med" len="med"/>
                      <a:tailEnd type="none" w="med" len="med"/>
                    </a:lnB>
                    <a:solidFill>
                      <a:srgbClr val="0F4F36"/>
                    </a:solidFill>
                  </a:tcPr>
                </a:tc>
                <a:tc>
                  <a:txBody>
                    <a:bodyPr/>
                    <a:lstStyle/>
                    <a:p>
                      <a:pPr marL="0" lvl="0" indent="0" algn="ctr">
                        <a:lnSpc>
                          <a:spcPts val="6803"/>
                        </a:lnSpc>
                        <a:spcBef>
                          <a:spcPct val="0"/>
                        </a:spcBef>
                        <a:defRPr/>
                      </a:pPr>
                      <a:r>
                        <a:rPr lang="en-US" sz="4859" b="1">
                          <a:solidFill>
                            <a:srgbClr val="FFFFFF"/>
                          </a:solidFill>
                          <a:latin typeface="Badr Bold"/>
                          <a:ea typeface="Badr Bold"/>
                          <a:cs typeface="Badr Bold"/>
                          <a:sym typeface="Badr Bold"/>
                        </a:rPr>
                        <a:t>Fri</a:t>
                      </a:r>
                      <a:endParaRPr lang="en-US" sz="1100"/>
                    </a:p>
                  </a:txBody>
                  <a:tcPr marL="154305" marR="154305" marT="154305" marB="154305" anchor="ctr">
                    <a:lnL w="30861" cap="flat" cmpd="sng" algn="ctr">
                      <a:solidFill>
                        <a:srgbClr val="000000"/>
                      </a:solidFill>
                      <a:prstDash val="solid"/>
                      <a:round/>
                      <a:headEnd type="none" w="med" len="med"/>
                      <a:tailEnd type="none" w="med" len="med"/>
                    </a:lnL>
                    <a:lnR w="30861" cap="flat" cmpd="sng" algn="ctr">
                      <a:solidFill>
                        <a:srgbClr val="000000"/>
                      </a:solidFill>
                      <a:prstDash val="solid"/>
                      <a:round/>
                      <a:headEnd type="none" w="med" len="med"/>
                      <a:tailEnd type="none" w="med" len="med"/>
                    </a:lnR>
                    <a:lnT w="30861" cap="flat" cmpd="sng" algn="ctr">
                      <a:solidFill>
                        <a:srgbClr val="000000"/>
                      </a:solidFill>
                      <a:prstDash val="solid"/>
                      <a:round/>
                      <a:headEnd type="none" w="med" len="med"/>
                      <a:tailEnd type="none" w="med" len="med"/>
                    </a:lnT>
                    <a:lnB w="30861" cap="flat" cmpd="sng" algn="ctr">
                      <a:solidFill>
                        <a:srgbClr val="000000"/>
                      </a:solidFill>
                      <a:prstDash val="solid"/>
                      <a:round/>
                      <a:headEnd type="none" w="med" len="med"/>
                      <a:tailEnd type="none" w="med" len="med"/>
                    </a:lnB>
                    <a:solidFill>
                      <a:srgbClr val="0F4F36"/>
                    </a:solidFill>
                  </a:tcPr>
                </a:tc>
                <a:tc>
                  <a:txBody>
                    <a:bodyPr/>
                    <a:lstStyle/>
                    <a:p>
                      <a:pPr marL="0" lvl="0" indent="0" algn="ctr">
                        <a:lnSpc>
                          <a:spcPts val="6803"/>
                        </a:lnSpc>
                        <a:spcBef>
                          <a:spcPct val="0"/>
                        </a:spcBef>
                        <a:defRPr/>
                      </a:pPr>
                      <a:r>
                        <a:rPr lang="en-US" sz="4859" b="1">
                          <a:solidFill>
                            <a:srgbClr val="FFFFFF"/>
                          </a:solidFill>
                          <a:latin typeface="Badr Bold"/>
                          <a:ea typeface="Badr Bold"/>
                          <a:cs typeface="Badr Bold"/>
                          <a:sym typeface="Badr Bold"/>
                        </a:rPr>
                        <a:t>Sat</a:t>
                      </a:r>
                      <a:endParaRPr lang="en-US" sz="1100"/>
                    </a:p>
                  </a:txBody>
                  <a:tcPr marL="154305" marR="154305" marT="154305" marB="154305" anchor="ctr">
                    <a:lnL w="30861" cap="flat" cmpd="sng" algn="ctr">
                      <a:solidFill>
                        <a:srgbClr val="000000"/>
                      </a:solidFill>
                      <a:prstDash val="solid"/>
                      <a:round/>
                      <a:headEnd type="none" w="med" len="med"/>
                      <a:tailEnd type="none" w="med" len="med"/>
                    </a:lnL>
                    <a:lnR w="30861" cap="flat" cmpd="sng" algn="ctr">
                      <a:solidFill>
                        <a:srgbClr val="000000"/>
                      </a:solidFill>
                      <a:prstDash val="solid"/>
                      <a:round/>
                      <a:headEnd type="none" w="med" len="med"/>
                      <a:tailEnd type="none" w="med" len="med"/>
                    </a:lnR>
                    <a:lnT w="30861" cap="flat" cmpd="sng" algn="ctr">
                      <a:solidFill>
                        <a:srgbClr val="000000"/>
                      </a:solidFill>
                      <a:prstDash val="solid"/>
                      <a:round/>
                      <a:headEnd type="none" w="med" len="med"/>
                      <a:tailEnd type="none" w="med" len="med"/>
                    </a:lnT>
                    <a:lnB w="30861" cap="flat" cmpd="sng" algn="ctr">
                      <a:solidFill>
                        <a:srgbClr val="000000"/>
                      </a:solidFill>
                      <a:prstDash val="solid"/>
                      <a:round/>
                      <a:headEnd type="none" w="med" len="med"/>
                      <a:tailEnd type="none" w="med" len="med"/>
                    </a:lnB>
                    <a:solidFill>
                      <a:srgbClr val="0F4F36"/>
                    </a:solidFill>
                  </a:tcPr>
                </a:tc>
                <a:extLst>
                  <a:ext uri="{0D108BD9-81ED-4DB2-BD59-A6C34878D82A}">
                    <a16:rowId xmlns:a16="http://schemas.microsoft.com/office/drawing/2014/main" val="10000"/>
                  </a:ext>
                </a:extLst>
              </a:tr>
              <a:tr h="850584">
                <a:tc>
                  <a:txBody>
                    <a:bodyPr/>
                    <a:lstStyle/>
                    <a:p>
                      <a:pPr algn="just">
                        <a:lnSpc>
                          <a:spcPts val="3401"/>
                        </a:lnSpc>
                        <a:defRPr/>
                      </a:pPr>
                      <a:endParaRPr lang="en-US" sz="1100"/>
                    </a:p>
                  </a:txBody>
                  <a:tcPr marL="154305" marR="154305" marT="154305" marB="154305" anchor="ctr">
                    <a:lnL w="30861" cap="flat" cmpd="sng" algn="ctr">
                      <a:solidFill>
                        <a:srgbClr val="000000"/>
                      </a:solidFill>
                      <a:prstDash val="solid"/>
                      <a:round/>
                      <a:headEnd type="none" w="med" len="med"/>
                      <a:tailEnd type="none" w="med" len="med"/>
                    </a:lnL>
                    <a:lnR w="30861" cap="flat" cmpd="sng" algn="ctr">
                      <a:solidFill>
                        <a:srgbClr val="000000"/>
                      </a:solidFill>
                      <a:prstDash val="solid"/>
                      <a:round/>
                      <a:headEnd type="none" w="med" len="med"/>
                      <a:tailEnd type="none" w="med" len="med"/>
                    </a:lnR>
                    <a:lnT w="30861" cap="flat" cmpd="sng" algn="ctr">
                      <a:solidFill>
                        <a:srgbClr val="000000"/>
                      </a:solidFill>
                      <a:prstDash val="solid"/>
                      <a:round/>
                      <a:headEnd type="none" w="med" len="med"/>
                      <a:tailEnd type="none" w="med" len="med"/>
                    </a:lnT>
                    <a:lnB w="30861" cap="flat" cmpd="sng" algn="ctr">
                      <a:solidFill>
                        <a:srgbClr val="000000"/>
                      </a:solidFill>
                      <a:prstDash val="solid"/>
                      <a:round/>
                      <a:headEnd type="none" w="med" len="med"/>
                      <a:tailEnd type="none" w="med" len="med"/>
                    </a:lnB>
                  </a:tcPr>
                </a:tc>
                <a:tc>
                  <a:txBody>
                    <a:bodyPr/>
                    <a:lstStyle/>
                    <a:p>
                      <a:pPr algn="just">
                        <a:lnSpc>
                          <a:spcPts val="3401"/>
                        </a:lnSpc>
                        <a:defRPr/>
                      </a:pPr>
                      <a:endParaRPr lang="en-US" sz="1100"/>
                    </a:p>
                  </a:txBody>
                  <a:tcPr marL="154305" marR="154305" marT="154305" marB="154305" anchor="ctr">
                    <a:lnL w="30861" cap="flat" cmpd="sng" algn="ctr">
                      <a:solidFill>
                        <a:srgbClr val="000000"/>
                      </a:solidFill>
                      <a:prstDash val="solid"/>
                      <a:round/>
                      <a:headEnd type="none" w="med" len="med"/>
                      <a:tailEnd type="none" w="med" len="med"/>
                    </a:lnL>
                    <a:lnR w="30861" cap="flat" cmpd="sng" algn="ctr">
                      <a:solidFill>
                        <a:srgbClr val="000000"/>
                      </a:solidFill>
                      <a:prstDash val="solid"/>
                      <a:round/>
                      <a:headEnd type="none" w="med" len="med"/>
                      <a:tailEnd type="none" w="med" len="med"/>
                    </a:lnR>
                    <a:lnT w="30861" cap="flat" cmpd="sng" algn="ctr">
                      <a:solidFill>
                        <a:srgbClr val="000000"/>
                      </a:solidFill>
                      <a:prstDash val="solid"/>
                      <a:round/>
                      <a:headEnd type="none" w="med" len="med"/>
                      <a:tailEnd type="none" w="med" len="med"/>
                    </a:lnT>
                    <a:lnB w="30861" cap="flat" cmpd="sng" algn="ctr">
                      <a:solidFill>
                        <a:srgbClr val="000000"/>
                      </a:solidFill>
                      <a:prstDash val="solid"/>
                      <a:round/>
                      <a:headEnd type="none" w="med" len="med"/>
                      <a:tailEnd type="none" w="med" len="med"/>
                    </a:lnB>
                  </a:tcPr>
                </a:tc>
                <a:tc>
                  <a:txBody>
                    <a:bodyPr/>
                    <a:lstStyle/>
                    <a:p>
                      <a:pPr algn="just">
                        <a:lnSpc>
                          <a:spcPts val="3401"/>
                        </a:lnSpc>
                        <a:defRPr/>
                      </a:pPr>
                      <a:endParaRPr lang="en-US" sz="1100"/>
                    </a:p>
                  </a:txBody>
                  <a:tcPr marL="154305" marR="154305" marT="154305" marB="154305" anchor="ctr">
                    <a:lnL w="30861" cap="flat" cmpd="sng" algn="ctr">
                      <a:solidFill>
                        <a:srgbClr val="000000"/>
                      </a:solidFill>
                      <a:prstDash val="solid"/>
                      <a:round/>
                      <a:headEnd type="none" w="med" len="med"/>
                      <a:tailEnd type="none" w="med" len="med"/>
                    </a:lnL>
                    <a:lnR w="30861" cap="flat" cmpd="sng" algn="ctr">
                      <a:solidFill>
                        <a:srgbClr val="000000"/>
                      </a:solidFill>
                      <a:prstDash val="solid"/>
                      <a:round/>
                      <a:headEnd type="none" w="med" len="med"/>
                      <a:tailEnd type="none" w="med" len="med"/>
                    </a:lnR>
                    <a:lnT w="30861" cap="flat" cmpd="sng" algn="ctr">
                      <a:solidFill>
                        <a:srgbClr val="000000"/>
                      </a:solidFill>
                      <a:prstDash val="solid"/>
                      <a:round/>
                      <a:headEnd type="none" w="med" len="med"/>
                      <a:tailEnd type="none" w="med" len="med"/>
                    </a:lnT>
                    <a:lnB w="30861" cap="flat" cmpd="sng" algn="ctr">
                      <a:solidFill>
                        <a:srgbClr val="000000"/>
                      </a:solidFill>
                      <a:prstDash val="solid"/>
                      <a:round/>
                      <a:headEnd type="none" w="med" len="med"/>
                      <a:tailEnd type="none" w="med" len="med"/>
                    </a:lnB>
                  </a:tcPr>
                </a:tc>
                <a:tc>
                  <a:txBody>
                    <a:bodyPr/>
                    <a:lstStyle/>
                    <a:p>
                      <a:pPr algn="just">
                        <a:lnSpc>
                          <a:spcPts val="3401"/>
                        </a:lnSpc>
                        <a:defRPr/>
                      </a:pPr>
                      <a:endParaRPr lang="en-US" sz="1100"/>
                    </a:p>
                  </a:txBody>
                  <a:tcPr marL="154305" marR="154305" marT="154305" marB="154305" anchor="ctr">
                    <a:lnL w="30861" cap="flat" cmpd="sng" algn="ctr">
                      <a:solidFill>
                        <a:srgbClr val="000000"/>
                      </a:solidFill>
                      <a:prstDash val="solid"/>
                      <a:round/>
                      <a:headEnd type="none" w="med" len="med"/>
                      <a:tailEnd type="none" w="med" len="med"/>
                    </a:lnL>
                    <a:lnR w="30861" cap="flat" cmpd="sng" algn="ctr">
                      <a:solidFill>
                        <a:srgbClr val="000000"/>
                      </a:solidFill>
                      <a:prstDash val="solid"/>
                      <a:round/>
                      <a:headEnd type="none" w="med" len="med"/>
                      <a:tailEnd type="none" w="med" len="med"/>
                    </a:lnR>
                    <a:lnT w="30861" cap="flat" cmpd="sng" algn="ctr">
                      <a:solidFill>
                        <a:srgbClr val="000000"/>
                      </a:solidFill>
                      <a:prstDash val="solid"/>
                      <a:round/>
                      <a:headEnd type="none" w="med" len="med"/>
                      <a:tailEnd type="none" w="med" len="med"/>
                    </a:lnT>
                    <a:lnB w="30861" cap="flat" cmpd="sng" algn="ctr">
                      <a:solidFill>
                        <a:srgbClr val="000000"/>
                      </a:solidFill>
                      <a:prstDash val="solid"/>
                      <a:round/>
                      <a:headEnd type="none" w="med" len="med"/>
                      <a:tailEnd type="none" w="med" len="med"/>
                    </a:lnB>
                  </a:tcPr>
                </a:tc>
                <a:tc>
                  <a:txBody>
                    <a:bodyPr/>
                    <a:lstStyle/>
                    <a:p>
                      <a:pPr algn="just">
                        <a:lnSpc>
                          <a:spcPts val="3401"/>
                        </a:lnSpc>
                        <a:defRPr/>
                      </a:pPr>
                      <a:endParaRPr lang="en-US" sz="1100"/>
                    </a:p>
                  </a:txBody>
                  <a:tcPr marL="154305" marR="154305" marT="154305" marB="154305" anchor="ctr">
                    <a:lnL w="30861" cap="flat" cmpd="sng" algn="ctr">
                      <a:solidFill>
                        <a:srgbClr val="000000"/>
                      </a:solidFill>
                      <a:prstDash val="solid"/>
                      <a:round/>
                      <a:headEnd type="none" w="med" len="med"/>
                      <a:tailEnd type="none" w="med" len="med"/>
                    </a:lnL>
                    <a:lnR w="30861" cap="flat" cmpd="sng" algn="ctr">
                      <a:solidFill>
                        <a:srgbClr val="000000"/>
                      </a:solidFill>
                      <a:prstDash val="solid"/>
                      <a:round/>
                      <a:headEnd type="none" w="med" len="med"/>
                      <a:tailEnd type="none" w="med" len="med"/>
                    </a:lnR>
                    <a:lnT w="30861" cap="flat" cmpd="sng" algn="ctr">
                      <a:solidFill>
                        <a:srgbClr val="000000"/>
                      </a:solidFill>
                      <a:prstDash val="solid"/>
                      <a:round/>
                      <a:headEnd type="none" w="med" len="med"/>
                      <a:tailEnd type="none" w="med" len="med"/>
                    </a:lnT>
                    <a:lnB w="30861" cap="flat" cmpd="sng" algn="ctr">
                      <a:solidFill>
                        <a:srgbClr val="000000"/>
                      </a:solidFill>
                      <a:prstDash val="solid"/>
                      <a:round/>
                      <a:headEnd type="none" w="med" len="med"/>
                      <a:tailEnd type="none" w="med" len="med"/>
                    </a:lnB>
                  </a:tcPr>
                </a:tc>
                <a:tc>
                  <a:txBody>
                    <a:bodyPr/>
                    <a:lstStyle/>
                    <a:p>
                      <a:pPr algn="just">
                        <a:lnSpc>
                          <a:spcPts val="3401"/>
                        </a:lnSpc>
                        <a:defRPr/>
                      </a:pPr>
                      <a:r>
                        <a:rPr lang="en-US" sz="2429" b="1">
                          <a:solidFill>
                            <a:srgbClr val="000000"/>
                          </a:solidFill>
                          <a:latin typeface="Playfair Display Bold"/>
                          <a:ea typeface="Playfair Display Bold"/>
                          <a:cs typeface="Playfair Display Bold"/>
                          <a:sym typeface="Playfair Display Bold"/>
                        </a:rPr>
                        <a:t>1-5</a:t>
                      </a:r>
                      <a:endParaRPr lang="en-US" sz="1100"/>
                    </a:p>
                  </a:txBody>
                  <a:tcPr marL="154305" marR="154305" marT="154305" marB="154305" anchor="ctr">
                    <a:lnL w="30861" cap="flat" cmpd="sng" algn="ctr">
                      <a:solidFill>
                        <a:srgbClr val="000000"/>
                      </a:solidFill>
                      <a:prstDash val="solid"/>
                      <a:round/>
                      <a:headEnd type="none" w="med" len="med"/>
                      <a:tailEnd type="none" w="med" len="med"/>
                    </a:lnL>
                    <a:lnR w="30861" cap="flat" cmpd="sng" algn="ctr">
                      <a:solidFill>
                        <a:srgbClr val="000000"/>
                      </a:solidFill>
                      <a:prstDash val="solid"/>
                      <a:round/>
                      <a:headEnd type="none" w="med" len="med"/>
                      <a:tailEnd type="none" w="med" len="med"/>
                    </a:lnR>
                    <a:lnT w="30861" cap="flat" cmpd="sng" algn="ctr">
                      <a:solidFill>
                        <a:srgbClr val="000000"/>
                      </a:solidFill>
                      <a:prstDash val="solid"/>
                      <a:round/>
                      <a:headEnd type="none" w="med" len="med"/>
                      <a:tailEnd type="none" w="med" len="med"/>
                    </a:lnT>
                    <a:lnB w="30861" cap="flat" cmpd="sng" algn="ctr">
                      <a:solidFill>
                        <a:srgbClr val="000000"/>
                      </a:solidFill>
                      <a:prstDash val="solid"/>
                      <a:round/>
                      <a:headEnd type="none" w="med" len="med"/>
                      <a:tailEnd type="none" w="med" len="med"/>
                    </a:lnB>
                    <a:solidFill>
                      <a:srgbClr val="E5EEB9"/>
                    </a:solidFill>
                  </a:tcPr>
                </a:tc>
                <a:tc>
                  <a:txBody>
                    <a:bodyPr/>
                    <a:lstStyle/>
                    <a:p>
                      <a:pPr algn="just">
                        <a:lnSpc>
                          <a:spcPts val="3401"/>
                        </a:lnSpc>
                        <a:defRPr/>
                      </a:pPr>
                      <a:endParaRPr lang="en-US" sz="1100"/>
                    </a:p>
                  </a:txBody>
                  <a:tcPr marL="154305" marR="154305" marT="154305" marB="154305" anchor="ctr">
                    <a:lnL w="30861" cap="flat" cmpd="sng" algn="ctr">
                      <a:solidFill>
                        <a:srgbClr val="000000"/>
                      </a:solidFill>
                      <a:prstDash val="solid"/>
                      <a:round/>
                      <a:headEnd type="none" w="med" len="med"/>
                      <a:tailEnd type="none" w="med" len="med"/>
                    </a:lnL>
                    <a:lnR w="30861" cap="flat" cmpd="sng" algn="ctr">
                      <a:solidFill>
                        <a:srgbClr val="000000"/>
                      </a:solidFill>
                      <a:prstDash val="solid"/>
                      <a:round/>
                      <a:headEnd type="none" w="med" len="med"/>
                      <a:tailEnd type="none" w="med" len="med"/>
                    </a:lnR>
                    <a:lnT w="30861" cap="flat" cmpd="sng" algn="ctr">
                      <a:solidFill>
                        <a:srgbClr val="000000"/>
                      </a:solidFill>
                      <a:prstDash val="solid"/>
                      <a:round/>
                      <a:headEnd type="none" w="med" len="med"/>
                      <a:tailEnd type="none" w="med" len="med"/>
                    </a:lnT>
                    <a:lnB w="30861" cap="flat" cmpd="sng" algn="ctr">
                      <a:solidFill>
                        <a:srgbClr val="000000"/>
                      </a:solidFill>
                      <a:prstDash val="solid"/>
                      <a:round/>
                      <a:headEnd type="none" w="med" len="med"/>
                      <a:tailEnd type="none" w="med" len="med"/>
                    </a:lnB>
                    <a:solidFill>
                      <a:srgbClr val="0F4F36"/>
                    </a:solidFill>
                  </a:tcPr>
                </a:tc>
                <a:extLst>
                  <a:ext uri="{0D108BD9-81ED-4DB2-BD59-A6C34878D82A}">
                    <a16:rowId xmlns:a16="http://schemas.microsoft.com/office/drawing/2014/main" val="10001"/>
                  </a:ext>
                </a:extLst>
              </a:tr>
              <a:tr h="842097">
                <a:tc>
                  <a:txBody>
                    <a:bodyPr/>
                    <a:lstStyle/>
                    <a:p>
                      <a:pPr algn="just">
                        <a:lnSpc>
                          <a:spcPts val="3401"/>
                        </a:lnSpc>
                        <a:defRPr/>
                      </a:pPr>
                      <a:endParaRPr lang="en-US" sz="1100"/>
                    </a:p>
                  </a:txBody>
                  <a:tcPr marL="154305" marR="154305" marT="154305" marB="154305" anchor="ctr">
                    <a:lnL w="30861" cap="flat" cmpd="sng" algn="ctr">
                      <a:solidFill>
                        <a:srgbClr val="000000"/>
                      </a:solidFill>
                      <a:prstDash val="solid"/>
                      <a:round/>
                      <a:headEnd type="none" w="med" len="med"/>
                      <a:tailEnd type="none" w="med" len="med"/>
                    </a:lnL>
                    <a:lnR w="30861" cap="flat" cmpd="sng" algn="ctr">
                      <a:solidFill>
                        <a:srgbClr val="000000"/>
                      </a:solidFill>
                      <a:prstDash val="solid"/>
                      <a:round/>
                      <a:headEnd type="none" w="med" len="med"/>
                      <a:tailEnd type="none" w="med" len="med"/>
                    </a:lnR>
                    <a:lnT w="30861" cap="flat" cmpd="sng" algn="ctr">
                      <a:solidFill>
                        <a:srgbClr val="000000"/>
                      </a:solidFill>
                      <a:prstDash val="solid"/>
                      <a:round/>
                      <a:headEnd type="none" w="med" len="med"/>
                      <a:tailEnd type="none" w="med" len="med"/>
                    </a:lnT>
                    <a:lnB w="30861" cap="flat" cmpd="sng" algn="ctr">
                      <a:solidFill>
                        <a:srgbClr val="000000"/>
                      </a:solidFill>
                      <a:prstDash val="solid"/>
                      <a:round/>
                      <a:headEnd type="none" w="med" len="med"/>
                      <a:tailEnd type="none" w="med" len="med"/>
                    </a:lnB>
                    <a:solidFill>
                      <a:srgbClr val="0F4F36"/>
                    </a:solidFill>
                  </a:tcPr>
                </a:tc>
                <a:tc>
                  <a:txBody>
                    <a:bodyPr/>
                    <a:lstStyle/>
                    <a:p>
                      <a:pPr marL="0" lvl="0" indent="0" algn="just">
                        <a:lnSpc>
                          <a:spcPts val="3401"/>
                        </a:lnSpc>
                        <a:spcBef>
                          <a:spcPct val="0"/>
                        </a:spcBef>
                        <a:defRPr/>
                      </a:pPr>
                      <a:r>
                        <a:rPr lang="en-US" sz="2429" b="1">
                          <a:solidFill>
                            <a:srgbClr val="000000"/>
                          </a:solidFill>
                          <a:latin typeface="Playfair Display Bold"/>
                          <a:ea typeface="Playfair Display Bold"/>
                          <a:cs typeface="Playfair Display Bold"/>
                          <a:sym typeface="Playfair Display Bold"/>
                        </a:rPr>
                        <a:t>4-5</a:t>
                      </a:r>
                      <a:endParaRPr lang="en-US" sz="1100"/>
                    </a:p>
                  </a:txBody>
                  <a:tcPr marL="154305" marR="154305" marT="154305" marB="154305" anchor="ctr">
                    <a:lnL w="30861" cap="flat" cmpd="sng" algn="ctr">
                      <a:solidFill>
                        <a:srgbClr val="000000"/>
                      </a:solidFill>
                      <a:prstDash val="solid"/>
                      <a:round/>
                      <a:headEnd type="none" w="med" len="med"/>
                      <a:tailEnd type="none" w="med" len="med"/>
                    </a:lnL>
                    <a:lnR w="30861" cap="flat" cmpd="sng" algn="ctr">
                      <a:solidFill>
                        <a:srgbClr val="000000"/>
                      </a:solidFill>
                      <a:prstDash val="solid"/>
                      <a:round/>
                      <a:headEnd type="none" w="med" len="med"/>
                      <a:tailEnd type="none" w="med" len="med"/>
                    </a:lnR>
                    <a:lnT w="30861" cap="flat" cmpd="sng" algn="ctr">
                      <a:solidFill>
                        <a:srgbClr val="000000"/>
                      </a:solidFill>
                      <a:prstDash val="solid"/>
                      <a:round/>
                      <a:headEnd type="none" w="med" len="med"/>
                      <a:tailEnd type="none" w="med" len="med"/>
                    </a:lnT>
                    <a:lnB w="30861" cap="flat" cmpd="sng" algn="ctr">
                      <a:solidFill>
                        <a:srgbClr val="000000"/>
                      </a:solidFill>
                      <a:prstDash val="solid"/>
                      <a:round/>
                      <a:headEnd type="none" w="med" len="med"/>
                      <a:tailEnd type="none" w="med" len="med"/>
                    </a:lnB>
                    <a:solidFill>
                      <a:srgbClr val="E5EEB9"/>
                    </a:solidFill>
                  </a:tcPr>
                </a:tc>
                <a:tc>
                  <a:txBody>
                    <a:bodyPr/>
                    <a:lstStyle/>
                    <a:p>
                      <a:pPr algn="just">
                        <a:lnSpc>
                          <a:spcPts val="3401"/>
                        </a:lnSpc>
                        <a:defRPr/>
                      </a:pPr>
                      <a:endParaRPr lang="en-US" sz="1100"/>
                    </a:p>
                  </a:txBody>
                  <a:tcPr marL="154305" marR="154305" marT="154305" marB="154305" anchor="ctr">
                    <a:lnL w="30861" cap="flat" cmpd="sng" algn="ctr">
                      <a:solidFill>
                        <a:srgbClr val="000000"/>
                      </a:solidFill>
                      <a:prstDash val="solid"/>
                      <a:round/>
                      <a:headEnd type="none" w="med" len="med"/>
                      <a:tailEnd type="none" w="med" len="med"/>
                    </a:lnL>
                    <a:lnR w="30861" cap="flat" cmpd="sng" algn="ctr">
                      <a:solidFill>
                        <a:srgbClr val="000000"/>
                      </a:solidFill>
                      <a:prstDash val="solid"/>
                      <a:round/>
                      <a:headEnd type="none" w="med" len="med"/>
                      <a:tailEnd type="none" w="med" len="med"/>
                    </a:lnR>
                    <a:lnT w="30861" cap="flat" cmpd="sng" algn="ctr">
                      <a:solidFill>
                        <a:srgbClr val="000000"/>
                      </a:solidFill>
                      <a:prstDash val="solid"/>
                      <a:round/>
                      <a:headEnd type="none" w="med" len="med"/>
                      <a:tailEnd type="none" w="med" len="med"/>
                    </a:lnT>
                    <a:lnB w="30861" cap="flat" cmpd="sng" algn="ctr">
                      <a:solidFill>
                        <a:srgbClr val="000000"/>
                      </a:solidFill>
                      <a:prstDash val="solid"/>
                      <a:round/>
                      <a:headEnd type="none" w="med" len="med"/>
                      <a:tailEnd type="none" w="med" len="med"/>
                    </a:lnB>
                    <a:solidFill>
                      <a:srgbClr val="0F4F36"/>
                    </a:solidFill>
                  </a:tcPr>
                </a:tc>
                <a:tc>
                  <a:txBody>
                    <a:bodyPr/>
                    <a:lstStyle/>
                    <a:p>
                      <a:pPr algn="just">
                        <a:lnSpc>
                          <a:spcPts val="3401"/>
                        </a:lnSpc>
                        <a:defRPr/>
                      </a:pPr>
                      <a:endParaRPr lang="en-US" sz="1100"/>
                    </a:p>
                  </a:txBody>
                  <a:tcPr marL="154305" marR="154305" marT="154305" marB="154305" anchor="ctr">
                    <a:lnL w="30861" cap="flat" cmpd="sng" algn="ctr">
                      <a:solidFill>
                        <a:srgbClr val="000000"/>
                      </a:solidFill>
                      <a:prstDash val="solid"/>
                      <a:round/>
                      <a:headEnd type="none" w="med" len="med"/>
                      <a:tailEnd type="none" w="med" len="med"/>
                    </a:lnL>
                    <a:lnR w="30861" cap="flat" cmpd="sng" algn="ctr">
                      <a:solidFill>
                        <a:srgbClr val="000000"/>
                      </a:solidFill>
                      <a:prstDash val="solid"/>
                      <a:round/>
                      <a:headEnd type="none" w="med" len="med"/>
                      <a:tailEnd type="none" w="med" len="med"/>
                    </a:lnR>
                    <a:lnT w="30861" cap="flat" cmpd="sng" algn="ctr">
                      <a:solidFill>
                        <a:srgbClr val="000000"/>
                      </a:solidFill>
                      <a:prstDash val="solid"/>
                      <a:round/>
                      <a:headEnd type="none" w="med" len="med"/>
                      <a:tailEnd type="none" w="med" len="med"/>
                    </a:lnT>
                    <a:lnB w="30861" cap="flat" cmpd="sng" algn="ctr">
                      <a:solidFill>
                        <a:srgbClr val="000000"/>
                      </a:solidFill>
                      <a:prstDash val="solid"/>
                      <a:round/>
                      <a:headEnd type="none" w="med" len="med"/>
                      <a:tailEnd type="none" w="med" len="med"/>
                    </a:lnB>
                    <a:solidFill>
                      <a:srgbClr val="0F4F36"/>
                    </a:solidFill>
                  </a:tcPr>
                </a:tc>
                <a:tc>
                  <a:txBody>
                    <a:bodyPr/>
                    <a:lstStyle/>
                    <a:p>
                      <a:pPr marL="0" lvl="0" indent="0" algn="just">
                        <a:lnSpc>
                          <a:spcPts val="3401"/>
                        </a:lnSpc>
                        <a:spcBef>
                          <a:spcPct val="0"/>
                        </a:spcBef>
                        <a:defRPr/>
                      </a:pPr>
                      <a:r>
                        <a:rPr lang="en-US" sz="2429" b="1" u="none" strike="noStrike">
                          <a:solidFill>
                            <a:srgbClr val="000000"/>
                          </a:solidFill>
                          <a:latin typeface="Playfair Display Bold"/>
                          <a:ea typeface="Playfair Display Bold"/>
                          <a:cs typeface="Playfair Display Bold"/>
                          <a:sym typeface="Playfair Display Bold"/>
                        </a:rPr>
                        <a:t>7-5</a:t>
                      </a:r>
                      <a:endParaRPr lang="en-US" sz="1100"/>
                    </a:p>
                  </a:txBody>
                  <a:tcPr marL="154305" marR="154305" marT="154305" marB="154305" anchor="ctr">
                    <a:lnL w="30861" cap="flat" cmpd="sng" algn="ctr">
                      <a:solidFill>
                        <a:srgbClr val="000000"/>
                      </a:solidFill>
                      <a:prstDash val="solid"/>
                      <a:round/>
                      <a:headEnd type="none" w="med" len="med"/>
                      <a:tailEnd type="none" w="med" len="med"/>
                    </a:lnL>
                    <a:lnR w="30861" cap="flat" cmpd="sng" algn="ctr">
                      <a:solidFill>
                        <a:srgbClr val="000000"/>
                      </a:solidFill>
                      <a:prstDash val="solid"/>
                      <a:round/>
                      <a:headEnd type="none" w="med" len="med"/>
                      <a:tailEnd type="none" w="med" len="med"/>
                    </a:lnR>
                    <a:lnT w="30861" cap="flat" cmpd="sng" algn="ctr">
                      <a:solidFill>
                        <a:srgbClr val="000000"/>
                      </a:solidFill>
                      <a:prstDash val="solid"/>
                      <a:round/>
                      <a:headEnd type="none" w="med" len="med"/>
                      <a:tailEnd type="none" w="med" len="med"/>
                    </a:lnT>
                    <a:lnB w="30861" cap="flat" cmpd="sng" algn="ctr">
                      <a:solidFill>
                        <a:srgbClr val="000000"/>
                      </a:solidFill>
                      <a:prstDash val="solid"/>
                      <a:round/>
                      <a:headEnd type="none" w="med" len="med"/>
                      <a:tailEnd type="none" w="med" len="med"/>
                    </a:lnB>
                    <a:solidFill>
                      <a:srgbClr val="E5EEB9"/>
                    </a:solidFill>
                  </a:tcPr>
                </a:tc>
                <a:tc>
                  <a:txBody>
                    <a:bodyPr/>
                    <a:lstStyle/>
                    <a:p>
                      <a:pPr algn="just">
                        <a:lnSpc>
                          <a:spcPts val="3401"/>
                        </a:lnSpc>
                        <a:defRPr/>
                      </a:pPr>
                      <a:endParaRPr lang="en-US" sz="1100"/>
                    </a:p>
                  </a:txBody>
                  <a:tcPr marL="154305" marR="154305" marT="154305" marB="154305" anchor="ctr">
                    <a:lnL w="30861" cap="flat" cmpd="sng" algn="ctr">
                      <a:solidFill>
                        <a:srgbClr val="000000"/>
                      </a:solidFill>
                      <a:prstDash val="solid"/>
                      <a:round/>
                      <a:headEnd type="none" w="med" len="med"/>
                      <a:tailEnd type="none" w="med" len="med"/>
                    </a:lnL>
                    <a:lnR w="30861" cap="flat" cmpd="sng" algn="ctr">
                      <a:solidFill>
                        <a:srgbClr val="000000"/>
                      </a:solidFill>
                      <a:prstDash val="solid"/>
                      <a:round/>
                      <a:headEnd type="none" w="med" len="med"/>
                      <a:tailEnd type="none" w="med" len="med"/>
                    </a:lnR>
                    <a:lnT w="30861" cap="flat" cmpd="sng" algn="ctr">
                      <a:solidFill>
                        <a:srgbClr val="000000"/>
                      </a:solidFill>
                      <a:prstDash val="solid"/>
                      <a:round/>
                      <a:headEnd type="none" w="med" len="med"/>
                      <a:tailEnd type="none" w="med" len="med"/>
                    </a:lnT>
                    <a:lnB w="30861" cap="flat" cmpd="sng" algn="ctr">
                      <a:solidFill>
                        <a:srgbClr val="000000"/>
                      </a:solidFill>
                      <a:prstDash val="solid"/>
                      <a:round/>
                      <a:headEnd type="none" w="med" len="med"/>
                      <a:tailEnd type="none" w="med" len="med"/>
                    </a:lnB>
                    <a:solidFill>
                      <a:srgbClr val="0F4F36"/>
                    </a:solidFill>
                  </a:tcPr>
                </a:tc>
                <a:tc>
                  <a:txBody>
                    <a:bodyPr/>
                    <a:lstStyle/>
                    <a:p>
                      <a:pPr algn="just">
                        <a:lnSpc>
                          <a:spcPts val="3401"/>
                        </a:lnSpc>
                        <a:defRPr/>
                      </a:pPr>
                      <a:endParaRPr lang="en-US" sz="1100"/>
                    </a:p>
                  </a:txBody>
                  <a:tcPr marL="154305" marR="154305" marT="154305" marB="154305" anchor="ctr">
                    <a:lnL w="30861" cap="flat" cmpd="sng" algn="ctr">
                      <a:solidFill>
                        <a:srgbClr val="000000"/>
                      </a:solidFill>
                      <a:prstDash val="solid"/>
                      <a:round/>
                      <a:headEnd type="none" w="med" len="med"/>
                      <a:tailEnd type="none" w="med" len="med"/>
                    </a:lnL>
                    <a:lnR w="30861" cap="flat" cmpd="sng" algn="ctr">
                      <a:solidFill>
                        <a:srgbClr val="000000"/>
                      </a:solidFill>
                      <a:prstDash val="solid"/>
                      <a:round/>
                      <a:headEnd type="none" w="med" len="med"/>
                      <a:tailEnd type="none" w="med" len="med"/>
                    </a:lnR>
                    <a:lnT w="30861" cap="flat" cmpd="sng" algn="ctr">
                      <a:solidFill>
                        <a:srgbClr val="000000"/>
                      </a:solidFill>
                      <a:prstDash val="solid"/>
                      <a:round/>
                      <a:headEnd type="none" w="med" len="med"/>
                      <a:tailEnd type="none" w="med" len="med"/>
                    </a:lnT>
                    <a:lnB w="30861" cap="flat" cmpd="sng" algn="ctr">
                      <a:solidFill>
                        <a:srgbClr val="000000"/>
                      </a:solidFill>
                      <a:prstDash val="solid"/>
                      <a:round/>
                      <a:headEnd type="none" w="med" len="med"/>
                      <a:tailEnd type="none" w="med" len="med"/>
                    </a:lnB>
                    <a:solidFill>
                      <a:srgbClr val="0F4F36"/>
                    </a:solidFill>
                  </a:tcPr>
                </a:tc>
                <a:extLst>
                  <a:ext uri="{0D108BD9-81ED-4DB2-BD59-A6C34878D82A}">
                    <a16:rowId xmlns:a16="http://schemas.microsoft.com/office/drawing/2014/main" val="10002"/>
                  </a:ext>
                </a:extLst>
              </a:tr>
              <a:tr h="842097">
                <a:tc>
                  <a:txBody>
                    <a:bodyPr/>
                    <a:lstStyle/>
                    <a:p>
                      <a:pPr algn="just">
                        <a:lnSpc>
                          <a:spcPts val="3401"/>
                        </a:lnSpc>
                        <a:defRPr/>
                      </a:pPr>
                      <a:endParaRPr lang="en-US" sz="1100"/>
                    </a:p>
                  </a:txBody>
                  <a:tcPr marL="154305" marR="154305" marT="154305" marB="154305" anchor="ctr">
                    <a:lnL w="30861" cap="flat" cmpd="sng" algn="ctr">
                      <a:solidFill>
                        <a:srgbClr val="000000"/>
                      </a:solidFill>
                      <a:prstDash val="solid"/>
                      <a:round/>
                      <a:headEnd type="none" w="med" len="med"/>
                      <a:tailEnd type="none" w="med" len="med"/>
                    </a:lnL>
                    <a:lnR w="30861" cap="flat" cmpd="sng" algn="ctr">
                      <a:solidFill>
                        <a:srgbClr val="000000"/>
                      </a:solidFill>
                      <a:prstDash val="solid"/>
                      <a:round/>
                      <a:headEnd type="none" w="med" len="med"/>
                      <a:tailEnd type="none" w="med" len="med"/>
                    </a:lnR>
                    <a:lnT w="30861" cap="flat" cmpd="sng" algn="ctr">
                      <a:solidFill>
                        <a:srgbClr val="000000"/>
                      </a:solidFill>
                      <a:prstDash val="solid"/>
                      <a:round/>
                      <a:headEnd type="none" w="med" len="med"/>
                      <a:tailEnd type="none" w="med" len="med"/>
                    </a:lnT>
                    <a:lnB w="30861" cap="flat" cmpd="sng" algn="ctr">
                      <a:solidFill>
                        <a:srgbClr val="000000"/>
                      </a:solidFill>
                      <a:prstDash val="solid"/>
                      <a:round/>
                      <a:headEnd type="none" w="med" len="med"/>
                      <a:tailEnd type="none" w="med" len="med"/>
                    </a:lnB>
                    <a:solidFill>
                      <a:srgbClr val="0F4F36"/>
                    </a:solidFill>
                  </a:tcPr>
                </a:tc>
                <a:tc>
                  <a:txBody>
                    <a:bodyPr/>
                    <a:lstStyle/>
                    <a:p>
                      <a:pPr marL="0" lvl="0" indent="0" algn="just">
                        <a:lnSpc>
                          <a:spcPts val="3401"/>
                        </a:lnSpc>
                        <a:spcBef>
                          <a:spcPct val="0"/>
                        </a:spcBef>
                        <a:defRPr/>
                      </a:pPr>
                      <a:r>
                        <a:rPr lang="en-US" sz="2429" b="1">
                          <a:solidFill>
                            <a:srgbClr val="000000"/>
                          </a:solidFill>
                          <a:latin typeface="Playfair Display Bold"/>
                          <a:ea typeface="Playfair Display Bold"/>
                          <a:cs typeface="Playfair Display Bold"/>
                          <a:sym typeface="Playfair Display Bold"/>
                        </a:rPr>
                        <a:t>11-5</a:t>
                      </a:r>
                      <a:endParaRPr lang="en-US" sz="1100"/>
                    </a:p>
                  </a:txBody>
                  <a:tcPr marL="154305" marR="154305" marT="154305" marB="154305" anchor="ctr">
                    <a:lnL w="30861" cap="flat" cmpd="sng" algn="ctr">
                      <a:solidFill>
                        <a:srgbClr val="000000"/>
                      </a:solidFill>
                      <a:prstDash val="solid"/>
                      <a:round/>
                      <a:headEnd type="none" w="med" len="med"/>
                      <a:tailEnd type="none" w="med" len="med"/>
                    </a:lnL>
                    <a:lnR w="30861" cap="flat" cmpd="sng" algn="ctr">
                      <a:solidFill>
                        <a:srgbClr val="000000"/>
                      </a:solidFill>
                      <a:prstDash val="solid"/>
                      <a:round/>
                      <a:headEnd type="none" w="med" len="med"/>
                      <a:tailEnd type="none" w="med" len="med"/>
                    </a:lnR>
                    <a:lnT w="30861" cap="flat" cmpd="sng" algn="ctr">
                      <a:solidFill>
                        <a:srgbClr val="000000"/>
                      </a:solidFill>
                      <a:prstDash val="solid"/>
                      <a:round/>
                      <a:headEnd type="none" w="med" len="med"/>
                      <a:tailEnd type="none" w="med" len="med"/>
                    </a:lnT>
                    <a:lnB w="30861" cap="flat" cmpd="sng" algn="ctr">
                      <a:solidFill>
                        <a:srgbClr val="000000"/>
                      </a:solidFill>
                      <a:prstDash val="solid"/>
                      <a:round/>
                      <a:headEnd type="none" w="med" len="med"/>
                      <a:tailEnd type="none" w="med" len="med"/>
                    </a:lnB>
                    <a:solidFill>
                      <a:srgbClr val="E5EEB9"/>
                    </a:solidFill>
                  </a:tcPr>
                </a:tc>
                <a:tc>
                  <a:txBody>
                    <a:bodyPr/>
                    <a:lstStyle/>
                    <a:p>
                      <a:pPr algn="just">
                        <a:lnSpc>
                          <a:spcPts val="3401"/>
                        </a:lnSpc>
                        <a:defRPr/>
                      </a:pPr>
                      <a:endParaRPr lang="en-US" sz="1100"/>
                    </a:p>
                  </a:txBody>
                  <a:tcPr marL="154305" marR="154305" marT="154305" marB="154305" anchor="ctr">
                    <a:lnL w="30861" cap="flat" cmpd="sng" algn="ctr">
                      <a:solidFill>
                        <a:srgbClr val="000000"/>
                      </a:solidFill>
                      <a:prstDash val="solid"/>
                      <a:round/>
                      <a:headEnd type="none" w="med" len="med"/>
                      <a:tailEnd type="none" w="med" len="med"/>
                    </a:lnL>
                    <a:lnR w="30861" cap="flat" cmpd="sng" algn="ctr">
                      <a:solidFill>
                        <a:srgbClr val="000000"/>
                      </a:solidFill>
                      <a:prstDash val="solid"/>
                      <a:round/>
                      <a:headEnd type="none" w="med" len="med"/>
                      <a:tailEnd type="none" w="med" len="med"/>
                    </a:lnR>
                    <a:lnT w="30861" cap="flat" cmpd="sng" algn="ctr">
                      <a:solidFill>
                        <a:srgbClr val="000000"/>
                      </a:solidFill>
                      <a:prstDash val="solid"/>
                      <a:round/>
                      <a:headEnd type="none" w="med" len="med"/>
                      <a:tailEnd type="none" w="med" len="med"/>
                    </a:lnT>
                    <a:lnB w="30861" cap="flat" cmpd="sng" algn="ctr">
                      <a:solidFill>
                        <a:srgbClr val="000000"/>
                      </a:solidFill>
                      <a:prstDash val="solid"/>
                      <a:round/>
                      <a:headEnd type="none" w="med" len="med"/>
                      <a:tailEnd type="none" w="med" len="med"/>
                    </a:lnB>
                    <a:solidFill>
                      <a:srgbClr val="0F4F36"/>
                    </a:solidFill>
                  </a:tcPr>
                </a:tc>
                <a:tc>
                  <a:txBody>
                    <a:bodyPr/>
                    <a:lstStyle/>
                    <a:p>
                      <a:pPr marL="0" lvl="0" indent="0" algn="just">
                        <a:lnSpc>
                          <a:spcPts val="3401"/>
                        </a:lnSpc>
                        <a:spcBef>
                          <a:spcPct val="0"/>
                        </a:spcBef>
                        <a:defRPr/>
                      </a:pPr>
                      <a:endParaRPr lang="en-US" sz="1100"/>
                    </a:p>
                  </a:txBody>
                  <a:tcPr marL="154305" marR="154305" marT="154305" marB="154305" anchor="ctr">
                    <a:lnL w="30861" cap="flat" cmpd="sng" algn="ctr">
                      <a:solidFill>
                        <a:srgbClr val="000000"/>
                      </a:solidFill>
                      <a:prstDash val="solid"/>
                      <a:round/>
                      <a:headEnd type="none" w="med" len="med"/>
                      <a:tailEnd type="none" w="med" len="med"/>
                    </a:lnL>
                    <a:lnR w="30861" cap="flat" cmpd="sng" algn="ctr">
                      <a:solidFill>
                        <a:srgbClr val="000000"/>
                      </a:solidFill>
                      <a:prstDash val="solid"/>
                      <a:round/>
                      <a:headEnd type="none" w="med" len="med"/>
                      <a:tailEnd type="none" w="med" len="med"/>
                    </a:lnR>
                    <a:lnT w="30861" cap="flat" cmpd="sng" algn="ctr">
                      <a:solidFill>
                        <a:srgbClr val="000000"/>
                      </a:solidFill>
                      <a:prstDash val="solid"/>
                      <a:round/>
                      <a:headEnd type="none" w="med" len="med"/>
                      <a:tailEnd type="none" w="med" len="med"/>
                    </a:lnT>
                    <a:lnB w="30861" cap="flat" cmpd="sng" algn="ctr">
                      <a:solidFill>
                        <a:srgbClr val="000000"/>
                      </a:solidFill>
                      <a:prstDash val="solid"/>
                      <a:round/>
                      <a:headEnd type="none" w="med" len="med"/>
                      <a:tailEnd type="none" w="med" len="med"/>
                    </a:lnB>
                    <a:solidFill>
                      <a:srgbClr val="0F4F36"/>
                    </a:solidFill>
                  </a:tcPr>
                </a:tc>
                <a:tc>
                  <a:txBody>
                    <a:bodyPr/>
                    <a:lstStyle/>
                    <a:p>
                      <a:pPr marL="0" lvl="0" indent="0" algn="just">
                        <a:lnSpc>
                          <a:spcPts val="3401"/>
                        </a:lnSpc>
                        <a:spcBef>
                          <a:spcPct val="0"/>
                        </a:spcBef>
                        <a:defRPr/>
                      </a:pPr>
                      <a:r>
                        <a:rPr lang="en-US" sz="2429" b="1">
                          <a:solidFill>
                            <a:srgbClr val="000000"/>
                          </a:solidFill>
                          <a:latin typeface="Playfair Display Bold"/>
                          <a:ea typeface="Playfair Display Bold"/>
                          <a:cs typeface="Playfair Display Bold"/>
                          <a:sym typeface="Playfair Display Bold"/>
                        </a:rPr>
                        <a:t>14-5</a:t>
                      </a:r>
                      <a:endParaRPr lang="en-US" sz="1100"/>
                    </a:p>
                  </a:txBody>
                  <a:tcPr marL="154305" marR="154305" marT="154305" marB="154305" anchor="ctr">
                    <a:lnL w="30861" cap="flat" cmpd="sng" algn="ctr">
                      <a:solidFill>
                        <a:srgbClr val="000000"/>
                      </a:solidFill>
                      <a:prstDash val="solid"/>
                      <a:round/>
                      <a:headEnd type="none" w="med" len="med"/>
                      <a:tailEnd type="none" w="med" len="med"/>
                    </a:lnL>
                    <a:lnR w="30861" cap="flat" cmpd="sng" algn="ctr">
                      <a:solidFill>
                        <a:srgbClr val="000000"/>
                      </a:solidFill>
                      <a:prstDash val="solid"/>
                      <a:round/>
                      <a:headEnd type="none" w="med" len="med"/>
                      <a:tailEnd type="none" w="med" len="med"/>
                    </a:lnR>
                    <a:lnT w="30861" cap="flat" cmpd="sng" algn="ctr">
                      <a:solidFill>
                        <a:srgbClr val="000000"/>
                      </a:solidFill>
                      <a:prstDash val="solid"/>
                      <a:round/>
                      <a:headEnd type="none" w="med" len="med"/>
                      <a:tailEnd type="none" w="med" len="med"/>
                    </a:lnT>
                    <a:lnB w="30861" cap="flat" cmpd="sng" algn="ctr">
                      <a:solidFill>
                        <a:srgbClr val="000000"/>
                      </a:solidFill>
                      <a:prstDash val="solid"/>
                      <a:round/>
                      <a:headEnd type="none" w="med" len="med"/>
                      <a:tailEnd type="none" w="med" len="med"/>
                    </a:lnB>
                    <a:solidFill>
                      <a:srgbClr val="E5EEB9"/>
                    </a:solidFill>
                  </a:tcPr>
                </a:tc>
                <a:tc>
                  <a:txBody>
                    <a:bodyPr/>
                    <a:lstStyle/>
                    <a:p>
                      <a:pPr algn="just">
                        <a:lnSpc>
                          <a:spcPts val="3401"/>
                        </a:lnSpc>
                        <a:defRPr/>
                      </a:pPr>
                      <a:endParaRPr lang="en-US" sz="1100"/>
                    </a:p>
                  </a:txBody>
                  <a:tcPr marL="154305" marR="154305" marT="154305" marB="154305" anchor="ctr">
                    <a:lnL w="30861" cap="flat" cmpd="sng" algn="ctr">
                      <a:solidFill>
                        <a:srgbClr val="000000"/>
                      </a:solidFill>
                      <a:prstDash val="solid"/>
                      <a:round/>
                      <a:headEnd type="none" w="med" len="med"/>
                      <a:tailEnd type="none" w="med" len="med"/>
                    </a:lnL>
                    <a:lnR w="30861" cap="flat" cmpd="sng" algn="ctr">
                      <a:solidFill>
                        <a:srgbClr val="000000"/>
                      </a:solidFill>
                      <a:prstDash val="solid"/>
                      <a:round/>
                      <a:headEnd type="none" w="med" len="med"/>
                      <a:tailEnd type="none" w="med" len="med"/>
                    </a:lnR>
                    <a:lnT w="30861" cap="flat" cmpd="sng" algn="ctr">
                      <a:solidFill>
                        <a:srgbClr val="000000"/>
                      </a:solidFill>
                      <a:prstDash val="solid"/>
                      <a:round/>
                      <a:headEnd type="none" w="med" len="med"/>
                      <a:tailEnd type="none" w="med" len="med"/>
                    </a:lnT>
                    <a:lnB w="30861" cap="flat" cmpd="sng" algn="ctr">
                      <a:solidFill>
                        <a:srgbClr val="000000"/>
                      </a:solidFill>
                      <a:prstDash val="solid"/>
                      <a:round/>
                      <a:headEnd type="none" w="med" len="med"/>
                      <a:tailEnd type="none" w="med" len="med"/>
                    </a:lnB>
                    <a:solidFill>
                      <a:srgbClr val="0F4F36"/>
                    </a:solidFill>
                  </a:tcPr>
                </a:tc>
                <a:tc>
                  <a:txBody>
                    <a:bodyPr/>
                    <a:lstStyle/>
                    <a:p>
                      <a:pPr marL="0" lvl="0" indent="0" algn="just">
                        <a:lnSpc>
                          <a:spcPts val="3401"/>
                        </a:lnSpc>
                        <a:spcBef>
                          <a:spcPct val="0"/>
                        </a:spcBef>
                        <a:defRPr/>
                      </a:pPr>
                      <a:endParaRPr lang="en-US" sz="1100"/>
                    </a:p>
                  </a:txBody>
                  <a:tcPr marL="154305" marR="154305" marT="154305" marB="154305" anchor="ctr">
                    <a:lnL w="30861" cap="flat" cmpd="sng" algn="ctr">
                      <a:solidFill>
                        <a:srgbClr val="000000"/>
                      </a:solidFill>
                      <a:prstDash val="solid"/>
                      <a:round/>
                      <a:headEnd type="none" w="med" len="med"/>
                      <a:tailEnd type="none" w="med" len="med"/>
                    </a:lnL>
                    <a:lnR w="30861" cap="flat" cmpd="sng" algn="ctr">
                      <a:solidFill>
                        <a:srgbClr val="000000"/>
                      </a:solidFill>
                      <a:prstDash val="solid"/>
                      <a:round/>
                      <a:headEnd type="none" w="med" len="med"/>
                      <a:tailEnd type="none" w="med" len="med"/>
                    </a:lnR>
                    <a:lnT w="30861" cap="flat" cmpd="sng" algn="ctr">
                      <a:solidFill>
                        <a:srgbClr val="000000"/>
                      </a:solidFill>
                      <a:prstDash val="solid"/>
                      <a:round/>
                      <a:headEnd type="none" w="med" len="med"/>
                      <a:tailEnd type="none" w="med" len="med"/>
                    </a:lnT>
                    <a:lnB w="30861" cap="flat" cmpd="sng" algn="ctr">
                      <a:solidFill>
                        <a:srgbClr val="000000"/>
                      </a:solidFill>
                      <a:prstDash val="solid"/>
                      <a:round/>
                      <a:headEnd type="none" w="med" len="med"/>
                      <a:tailEnd type="none" w="med" len="med"/>
                    </a:lnB>
                    <a:solidFill>
                      <a:srgbClr val="0F4F36"/>
                    </a:solidFill>
                  </a:tcPr>
                </a:tc>
                <a:extLst>
                  <a:ext uri="{0D108BD9-81ED-4DB2-BD59-A6C34878D82A}">
                    <a16:rowId xmlns:a16="http://schemas.microsoft.com/office/drawing/2014/main" val="10003"/>
                  </a:ext>
                </a:extLst>
              </a:tr>
              <a:tr h="842097">
                <a:tc>
                  <a:txBody>
                    <a:bodyPr/>
                    <a:lstStyle/>
                    <a:p>
                      <a:pPr marL="0" lvl="0" indent="0" algn="just">
                        <a:lnSpc>
                          <a:spcPts val="3401"/>
                        </a:lnSpc>
                        <a:spcBef>
                          <a:spcPct val="0"/>
                        </a:spcBef>
                        <a:defRPr/>
                      </a:pPr>
                      <a:endParaRPr lang="en-US" sz="1100"/>
                    </a:p>
                  </a:txBody>
                  <a:tcPr marL="154305" marR="154305" marT="154305" marB="154305" anchor="ctr">
                    <a:lnL w="30861" cap="flat" cmpd="sng" algn="ctr">
                      <a:solidFill>
                        <a:srgbClr val="000000"/>
                      </a:solidFill>
                      <a:prstDash val="solid"/>
                      <a:round/>
                      <a:headEnd type="none" w="med" len="med"/>
                      <a:tailEnd type="none" w="med" len="med"/>
                    </a:lnL>
                    <a:lnR w="30861" cap="flat" cmpd="sng" algn="ctr">
                      <a:solidFill>
                        <a:srgbClr val="000000"/>
                      </a:solidFill>
                      <a:prstDash val="solid"/>
                      <a:round/>
                      <a:headEnd type="none" w="med" len="med"/>
                      <a:tailEnd type="none" w="med" len="med"/>
                    </a:lnR>
                    <a:lnT w="30861" cap="flat" cmpd="sng" algn="ctr">
                      <a:solidFill>
                        <a:srgbClr val="000000"/>
                      </a:solidFill>
                      <a:prstDash val="solid"/>
                      <a:round/>
                      <a:headEnd type="none" w="med" len="med"/>
                      <a:tailEnd type="none" w="med" len="med"/>
                    </a:lnT>
                    <a:lnB w="30861" cap="flat" cmpd="sng" algn="ctr">
                      <a:solidFill>
                        <a:srgbClr val="000000"/>
                      </a:solidFill>
                      <a:prstDash val="solid"/>
                      <a:round/>
                      <a:headEnd type="none" w="med" len="med"/>
                      <a:tailEnd type="none" w="med" len="med"/>
                    </a:lnB>
                    <a:solidFill>
                      <a:srgbClr val="0F4F36"/>
                    </a:solidFill>
                  </a:tcPr>
                </a:tc>
                <a:tc>
                  <a:txBody>
                    <a:bodyPr/>
                    <a:lstStyle/>
                    <a:p>
                      <a:pPr marL="0" lvl="0" indent="0" algn="just">
                        <a:lnSpc>
                          <a:spcPts val="3401"/>
                        </a:lnSpc>
                        <a:spcBef>
                          <a:spcPct val="0"/>
                        </a:spcBef>
                        <a:defRPr/>
                      </a:pPr>
                      <a:r>
                        <a:rPr lang="en-US" sz="2429">
                          <a:solidFill>
                            <a:srgbClr val="000000"/>
                          </a:solidFill>
                          <a:latin typeface="Playfair Display"/>
                          <a:ea typeface="Playfair Display"/>
                          <a:cs typeface="Playfair Display"/>
                          <a:sym typeface="Playfair Display"/>
                        </a:rPr>
                        <a:t>18-5</a:t>
                      </a:r>
                      <a:endParaRPr lang="en-US" sz="1100"/>
                    </a:p>
                  </a:txBody>
                  <a:tcPr marL="154305" marR="154305" marT="154305" marB="154305" anchor="ctr">
                    <a:lnL w="30861" cap="flat" cmpd="sng" algn="ctr">
                      <a:solidFill>
                        <a:srgbClr val="000000"/>
                      </a:solidFill>
                      <a:prstDash val="solid"/>
                      <a:round/>
                      <a:headEnd type="none" w="med" len="med"/>
                      <a:tailEnd type="none" w="med" len="med"/>
                    </a:lnL>
                    <a:lnR w="30861" cap="flat" cmpd="sng" algn="ctr">
                      <a:solidFill>
                        <a:srgbClr val="000000"/>
                      </a:solidFill>
                      <a:prstDash val="solid"/>
                      <a:round/>
                      <a:headEnd type="none" w="med" len="med"/>
                      <a:tailEnd type="none" w="med" len="med"/>
                    </a:lnR>
                    <a:lnT w="30861" cap="flat" cmpd="sng" algn="ctr">
                      <a:solidFill>
                        <a:srgbClr val="000000"/>
                      </a:solidFill>
                      <a:prstDash val="solid"/>
                      <a:round/>
                      <a:headEnd type="none" w="med" len="med"/>
                      <a:tailEnd type="none" w="med" len="med"/>
                    </a:lnT>
                    <a:lnB w="30861" cap="flat" cmpd="sng" algn="ctr">
                      <a:solidFill>
                        <a:srgbClr val="000000"/>
                      </a:solidFill>
                      <a:prstDash val="solid"/>
                      <a:round/>
                      <a:headEnd type="none" w="med" len="med"/>
                      <a:tailEnd type="none" w="med" len="med"/>
                    </a:lnB>
                    <a:solidFill>
                      <a:srgbClr val="E5EEB9"/>
                    </a:solidFill>
                  </a:tcPr>
                </a:tc>
                <a:tc>
                  <a:txBody>
                    <a:bodyPr/>
                    <a:lstStyle/>
                    <a:p>
                      <a:pPr marL="0" lvl="0" indent="0" algn="just">
                        <a:lnSpc>
                          <a:spcPts val="3401"/>
                        </a:lnSpc>
                        <a:spcBef>
                          <a:spcPct val="0"/>
                        </a:spcBef>
                        <a:defRPr/>
                      </a:pPr>
                      <a:endParaRPr lang="en-US" sz="1100"/>
                    </a:p>
                  </a:txBody>
                  <a:tcPr marL="154305" marR="154305" marT="154305" marB="154305" anchor="ctr">
                    <a:lnL w="30861" cap="flat" cmpd="sng" algn="ctr">
                      <a:solidFill>
                        <a:srgbClr val="000000"/>
                      </a:solidFill>
                      <a:prstDash val="solid"/>
                      <a:round/>
                      <a:headEnd type="none" w="med" len="med"/>
                      <a:tailEnd type="none" w="med" len="med"/>
                    </a:lnL>
                    <a:lnR w="30861" cap="flat" cmpd="sng" algn="ctr">
                      <a:solidFill>
                        <a:srgbClr val="000000"/>
                      </a:solidFill>
                      <a:prstDash val="solid"/>
                      <a:round/>
                      <a:headEnd type="none" w="med" len="med"/>
                      <a:tailEnd type="none" w="med" len="med"/>
                    </a:lnR>
                    <a:lnT w="30861" cap="flat" cmpd="sng" algn="ctr">
                      <a:solidFill>
                        <a:srgbClr val="000000"/>
                      </a:solidFill>
                      <a:prstDash val="solid"/>
                      <a:round/>
                      <a:headEnd type="none" w="med" len="med"/>
                      <a:tailEnd type="none" w="med" len="med"/>
                    </a:lnT>
                    <a:lnB w="30861" cap="flat" cmpd="sng" algn="ctr">
                      <a:solidFill>
                        <a:srgbClr val="000000"/>
                      </a:solidFill>
                      <a:prstDash val="solid"/>
                      <a:round/>
                      <a:headEnd type="none" w="med" len="med"/>
                      <a:tailEnd type="none" w="med" len="med"/>
                    </a:lnB>
                    <a:solidFill>
                      <a:srgbClr val="0F4F36"/>
                    </a:solidFill>
                  </a:tcPr>
                </a:tc>
                <a:tc>
                  <a:txBody>
                    <a:bodyPr/>
                    <a:lstStyle/>
                    <a:p>
                      <a:pPr marL="0" lvl="0" indent="0" algn="just">
                        <a:lnSpc>
                          <a:spcPts val="3401"/>
                        </a:lnSpc>
                        <a:spcBef>
                          <a:spcPct val="0"/>
                        </a:spcBef>
                        <a:defRPr/>
                      </a:pPr>
                      <a:endParaRPr lang="en-US" sz="1100"/>
                    </a:p>
                  </a:txBody>
                  <a:tcPr marL="154305" marR="154305" marT="154305" marB="154305" anchor="ctr">
                    <a:lnL w="30861" cap="flat" cmpd="sng" algn="ctr">
                      <a:solidFill>
                        <a:srgbClr val="000000"/>
                      </a:solidFill>
                      <a:prstDash val="solid"/>
                      <a:round/>
                      <a:headEnd type="none" w="med" len="med"/>
                      <a:tailEnd type="none" w="med" len="med"/>
                    </a:lnL>
                    <a:lnR w="30861" cap="flat" cmpd="sng" algn="ctr">
                      <a:solidFill>
                        <a:srgbClr val="000000"/>
                      </a:solidFill>
                      <a:prstDash val="solid"/>
                      <a:round/>
                      <a:headEnd type="none" w="med" len="med"/>
                      <a:tailEnd type="none" w="med" len="med"/>
                    </a:lnR>
                    <a:lnT w="30861" cap="flat" cmpd="sng" algn="ctr">
                      <a:solidFill>
                        <a:srgbClr val="000000"/>
                      </a:solidFill>
                      <a:prstDash val="solid"/>
                      <a:round/>
                      <a:headEnd type="none" w="med" len="med"/>
                      <a:tailEnd type="none" w="med" len="med"/>
                    </a:lnT>
                    <a:lnB w="30861" cap="flat" cmpd="sng" algn="ctr">
                      <a:solidFill>
                        <a:srgbClr val="000000"/>
                      </a:solidFill>
                      <a:prstDash val="solid"/>
                      <a:round/>
                      <a:headEnd type="none" w="med" len="med"/>
                      <a:tailEnd type="none" w="med" len="med"/>
                    </a:lnB>
                    <a:solidFill>
                      <a:srgbClr val="0F4F36"/>
                    </a:solidFill>
                  </a:tcPr>
                </a:tc>
                <a:tc>
                  <a:txBody>
                    <a:bodyPr/>
                    <a:lstStyle/>
                    <a:p>
                      <a:pPr marL="0" lvl="0" indent="0" algn="just">
                        <a:lnSpc>
                          <a:spcPts val="3401"/>
                        </a:lnSpc>
                        <a:spcBef>
                          <a:spcPct val="0"/>
                        </a:spcBef>
                        <a:defRPr/>
                      </a:pPr>
                      <a:r>
                        <a:rPr lang="en-US" sz="2429">
                          <a:solidFill>
                            <a:srgbClr val="000000"/>
                          </a:solidFill>
                          <a:latin typeface="Playfair Display"/>
                          <a:ea typeface="Playfair Display"/>
                          <a:cs typeface="Playfair Display"/>
                          <a:sym typeface="Playfair Display"/>
                        </a:rPr>
                        <a:t>21-5</a:t>
                      </a:r>
                      <a:endParaRPr lang="en-US" sz="1100"/>
                    </a:p>
                  </a:txBody>
                  <a:tcPr marL="154305" marR="154305" marT="154305" marB="154305" anchor="ctr">
                    <a:lnL w="30861" cap="flat" cmpd="sng" algn="ctr">
                      <a:solidFill>
                        <a:srgbClr val="000000"/>
                      </a:solidFill>
                      <a:prstDash val="solid"/>
                      <a:round/>
                      <a:headEnd type="none" w="med" len="med"/>
                      <a:tailEnd type="none" w="med" len="med"/>
                    </a:lnL>
                    <a:lnR w="30861" cap="flat" cmpd="sng" algn="ctr">
                      <a:solidFill>
                        <a:srgbClr val="000000"/>
                      </a:solidFill>
                      <a:prstDash val="solid"/>
                      <a:round/>
                      <a:headEnd type="none" w="med" len="med"/>
                      <a:tailEnd type="none" w="med" len="med"/>
                    </a:lnR>
                    <a:lnT w="30861" cap="flat" cmpd="sng" algn="ctr">
                      <a:solidFill>
                        <a:srgbClr val="000000"/>
                      </a:solidFill>
                      <a:prstDash val="solid"/>
                      <a:round/>
                      <a:headEnd type="none" w="med" len="med"/>
                      <a:tailEnd type="none" w="med" len="med"/>
                    </a:lnT>
                    <a:lnB w="30861" cap="flat" cmpd="sng" algn="ctr">
                      <a:solidFill>
                        <a:srgbClr val="000000"/>
                      </a:solidFill>
                      <a:prstDash val="solid"/>
                      <a:round/>
                      <a:headEnd type="none" w="med" len="med"/>
                      <a:tailEnd type="none" w="med" len="med"/>
                    </a:lnB>
                    <a:solidFill>
                      <a:srgbClr val="E5EEB9"/>
                    </a:solidFill>
                  </a:tcPr>
                </a:tc>
                <a:tc>
                  <a:txBody>
                    <a:bodyPr/>
                    <a:lstStyle/>
                    <a:p>
                      <a:pPr marL="0" lvl="0" indent="0" algn="just">
                        <a:lnSpc>
                          <a:spcPts val="3401"/>
                        </a:lnSpc>
                        <a:spcBef>
                          <a:spcPct val="0"/>
                        </a:spcBef>
                        <a:defRPr/>
                      </a:pPr>
                      <a:endParaRPr lang="en-US" sz="1100"/>
                    </a:p>
                  </a:txBody>
                  <a:tcPr marL="154305" marR="154305" marT="154305" marB="154305" anchor="ctr">
                    <a:lnL w="30861" cap="flat" cmpd="sng" algn="ctr">
                      <a:solidFill>
                        <a:srgbClr val="000000"/>
                      </a:solidFill>
                      <a:prstDash val="solid"/>
                      <a:round/>
                      <a:headEnd type="none" w="med" len="med"/>
                      <a:tailEnd type="none" w="med" len="med"/>
                    </a:lnL>
                    <a:lnR w="30861" cap="flat" cmpd="sng" algn="ctr">
                      <a:solidFill>
                        <a:srgbClr val="000000"/>
                      </a:solidFill>
                      <a:prstDash val="solid"/>
                      <a:round/>
                      <a:headEnd type="none" w="med" len="med"/>
                      <a:tailEnd type="none" w="med" len="med"/>
                    </a:lnR>
                    <a:lnT w="30861" cap="flat" cmpd="sng" algn="ctr">
                      <a:solidFill>
                        <a:srgbClr val="000000"/>
                      </a:solidFill>
                      <a:prstDash val="solid"/>
                      <a:round/>
                      <a:headEnd type="none" w="med" len="med"/>
                      <a:tailEnd type="none" w="med" len="med"/>
                    </a:lnT>
                    <a:lnB w="30861" cap="flat" cmpd="sng" algn="ctr">
                      <a:solidFill>
                        <a:srgbClr val="000000"/>
                      </a:solidFill>
                      <a:prstDash val="solid"/>
                      <a:round/>
                      <a:headEnd type="none" w="med" len="med"/>
                      <a:tailEnd type="none" w="med" len="med"/>
                    </a:lnB>
                    <a:solidFill>
                      <a:srgbClr val="0F4F36"/>
                    </a:solidFill>
                  </a:tcPr>
                </a:tc>
                <a:tc>
                  <a:txBody>
                    <a:bodyPr/>
                    <a:lstStyle/>
                    <a:p>
                      <a:pPr algn="just">
                        <a:lnSpc>
                          <a:spcPts val="3401"/>
                        </a:lnSpc>
                        <a:defRPr/>
                      </a:pPr>
                      <a:endParaRPr lang="en-US" sz="1100"/>
                    </a:p>
                  </a:txBody>
                  <a:tcPr marL="154305" marR="154305" marT="154305" marB="154305" anchor="ctr">
                    <a:lnL w="30861" cap="flat" cmpd="sng" algn="ctr">
                      <a:solidFill>
                        <a:srgbClr val="000000"/>
                      </a:solidFill>
                      <a:prstDash val="solid"/>
                      <a:round/>
                      <a:headEnd type="none" w="med" len="med"/>
                      <a:tailEnd type="none" w="med" len="med"/>
                    </a:lnL>
                    <a:lnR w="30861" cap="flat" cmpd="sng" algn="ctr">
                      <a:solidFill>
                        <a:srgbClr val="000000"/>
                      </a:solidFill>
                      <a:prstDash val="solid"/>
                      <a:round/>
                      <a:headEnd type="none" w="med" len="med"/>
                      <a:tailEnd type="none" w="med" len="med"/>
                    </a:lnR>
                    <a:lnT w="30861" cap="flat" cmpd="sng" algn="ctr">
                      <a:solidFill>
                        <a:srgbClr val="000000"/>
                      </a:solidFill>
                      <a:prstDash val="solid"/>
                      <a:round/>
                      <a:headEnd type="none" w="med" len="med"/>
                      <a:tailEnd type="none" w="med" len="med"/>
                    </a:lnT>
                    <a:lnB w="30861" cap="flat" cmpd="sng" algn="ctr">
                      <a:solidFill>
                        <a:srgbClr val="000000"/>
                      </a:solidFill>
                      <a:prstDash val="solid"/>
                      <a:round/>
                      <a:headEnd type="none" w="med" len="med"/>
                      <a:tailEnd type="none" w="med" len="med"/>
                    </a:lnB>
                    <a:solidFill>
                      <a:srgbClr val="0F4F36"/>
                    </a:solidFill>
                  </a:tcPr>
                </a:tc>
                <a:extLst>
                  <a:ext uri="{0D108BD9-81ED-4DB2-BD59-A6C34878D82A}">
                    <a16:rowId xmlns:a16="http://schemas.microsoft.com/office/drawing/2014/main" val="10004"/>
                  </a:ext>
                </a:extLst>
              </a:tr>
              <a:tr h="842097">
                <a:tc>
                  <a:txBody>
                    <a:bodyPr/>
                    <a:lstStyle/>
                    <a:p>
                      <a:pPr marL="0" lvl="0" indent="0" algn="just">
                        <a:lnSpc>
                          <a:spcPts val="3401"/>
                        </a:lnSpc>
                        <a:spcBef>
                          <a:spcPct val="0"/>
                        </a:spcBef>
                        <a:defRPr/>
                      </a:pPr>
                      <a:r>
                        <a:rPr lang="en-US" sz="2429">
                          <a:solidFill>
                            <a:srgbClr val="000000"/>
                          </a:solidFill>
                          <a:latin typeface="Playfair Display"/>
                          <a:ea typeface="Playfair Display"/>
                          <a:cs typeface="Playfair Display"/>
                          <a:sym typeface="Playfair Display"/>
                        </a:rPr>
                        <a:t>24-5</a:t>
                      </a:r>
                      <a:endParaRPr lang="en-US" sz="1100"/>
                    </a:p>
                  </a:txBody>
                  <a:tcPr marL="154305" marR="154305" marT="154305" marB="154305" anchor="ctr">
                    <a:lnL w="30861" cap="flat" cmpd="sng" algn="ctr">
                      <a:solidFill>
                        <a:srgbClr val="000000"/>
                      </a:solidFill>
                      <a:prstDash val="solid"/>
                      <a:round/>
                      <a:headEnd type="none" w="med" len="med"/>
                      <a:tailEnd type="none" w="med" len="med"/>
                    </a:lnL>
                    <a:lnR w="30861" cap="flat" cmpd="sng" algn="ctr">
                      <a:solidFill>
                        <a:srgbClr val="000000"/>
                      </a:solidFill>
                      <a:prstDash val="solid"/>
                      <a:round/>
                      <a:headEnd type="none" w="med" len="med"/>
                      <a:tailEnd type="none" w="med" len="med"/>
                    </a:lnR>
                    <a:lnT w="30861" cap="flat" cmpd="sng" algn="ctr">
                      <a:solidFill>
                        <a:srgbClr val="000000"/>
                      </a:solidFill>
                      <a:prstDash val="solid"/>
                      <a:round/>
                      <a:headEnd type="none" w="med" len="med"/>
                      <a:tailEnd type="none" w="med" len="med"/>
                    </a:lnT>
                    <a:lnB w="30861" cap="flat" cmpd="sng" algn="ctr">
                      <a:solidFill>
                        <a:srgbClr val="000000"/>
                      </a:solidFill>
                      <a:prstDash val="solid"/>
                      <a:round/>
                      <a:headEnd type="none" w="med" len="med"/>
                      <a:tailEnd type="none" w="med" len="med"/>
                    </a:lnB>
                    <a:solidFill>
                      <a:srgbClr val="E5EEB9"/>
                    </a:solidFill>
                  </a:tcPr>
                </a:tc>
                <a:tc>
                  <a:txBody>
                    <a:bodyPr/>
                    <a:lstStyle/>
                    <a:p>
                      <a:pPr marL="0" lvl="0" indent="0" algn="just">
                        <a:lnSpc>
                          <a:spcPts val="3401"/>
                        </a:lnSpc>
                        <a:spcBef>
                          <a:spcPct val="0"/>
                        </a:spcBef>
                        <a:defRPr/>
                      </a:pPr>
                      <a:endParaRPr lang="en-US" sz="1100"/>
                    </a:p>
                  </a:txBody>
                  <a:tcPr marL="154305" marR="154305" marT="154305" marB="154305" anchor="ctr">
                    <a:lnL w="30861" cap="flat" cmpd="sng" algn="ctr">
                      <a:solidFill>
                        <a:srgbClr val="000000"/>
                      </a:solidFill>
                      <a:prstDash val="solid"/>
                      <a:round/>
                      <a:headEnd type="none" w="med" len="med"/>
                      <a:tailEnd type="none" w="med" len="med"/>
                    </a:lnL>
                    <a:lnR w="30861" cap="flat" cmpd="sng" algn="ctr">
                      <a:solidFill>
                        <a:srgbClr val="000000"/>
                      </a:solidFill>
                      <a:prstDash val="solid"/>
                      <a:round/>
                      <a:headEnd type="none" w="med" len="med"/>
                      <a:tailEnd type="none" w="med" len="med"/>
                    </a:lnR>
                    <a:lnT w="30861" cap="flat" cmpd="sng" algn="ctr">
                      <a:solidFill>
                        <a:srgbClr val="000000"/>
                      </a:solidFill>
                      <a:prstDash val="solid"/>
                      <a:round/>
                      <a:headEnd type="none" w="med" len="med"/>
                      <a:tailEnd type="none" w="med" len="med"/>
                    </a:lnT>
                    <a:lnB w="30861" cap="flat" cmpd="sng" algn="ctr">
                      <a:solidFill>
                        <a:srgbClr val="000000"/>
                      </a:solidFill>
                      <a:prstDash val="solid"/>
                      <a:round/>
                      <a:headEnd type="none" w="med" len="med"/>
                      <a:tailEnd type="none" w="med" len="med"/>
                    </a:lnB>
                    <a:solidFill>
                      <a:srgbClr val="0F4F36"/>
                    </a:solidFill>
                  </a:tcPr>
                </a:tc>
                <a:tc>
                  <a:txBody>
                    <a:bodyPr/>
                    <a:lstStyle/>
                    <a:p>
                      <a:pPr marL="0" lvl="0" indent="0" algn="just">
                        <a:lnSpc>
                          <a:spcPts val="3401"/>
                        </a:lnSpc>
                        <a:spcBef>
                          <a:spcPct val="0"/>
                        </a:spcBef>
                        <a:defRPr/>
                      </a:pPr>
                      <a:r>
                        <a:rPr lang="en-US" sz="2429">
                          <a:solidFill>
                            <a:srgbClr val="000000"/>
                          </a:solidFill>
                          <a:latin typeface="Playfair Display"/>
                          <a:ea typeface="Playfair Display"/>
                          <a:cs typeface="Playfair Display"/>
                          <a:sym typeface="Playfair Display"/>
                        </a:rPr>
                        <a:t>26-5</a:t>
                      </a:r>
                      <a:endParaRPr lang="en-US" sz="1100"/>
                    </a:p>
                  </a:txBody>
                  <a:tcPr marL="154305" marR="154305" marT="154305" marB="154305" anchor="ctr">
                    <a:lnL w="30861" cap="flat" cmpd="sng" algn="ctr">
                      <a:solidFill>
                        <a:srgbClr val="000000"/>
                      </a:solidFill>
                      <a:prstDash val="solid"/>
                      <a:round/>
                      <a:headEnd type="none" w="med" len="med"/>
                      <a:tailEnd type="none" w="med" len="med"/>
                    </a:lnL>
                    <a:lnR w="30861" cap="flat" cmpd="sng" algn="ctr">
                      <a:solidFill>
                        <a:srgbClr val="000000"/>
                      </a:solidFill>
                      <a:prstDash val="solid"/>
                      <a:round/>
                      <a:headEnd type="none" w="med" len="med"/>
                      <a:tailEnd type="none" w="med" len="med"/>
                    </a:lnR>
                    <a:lnT w="30861" cap="flat" cmpd="sng" algn="ctr">
                      <a:solidFill>
                        <a:srgbClr val="000000"/>
                      </a:solidFill>
                      <a:prstDash val="solid"/>
                      <a:round/>
                      <a:headEnd type="none" w="med" len="med"/>
                      <a:tailEnd type="none" w="med" len="med"/>
                    </a:lnT>
                    <a:lnB w="30861" cap="flat" cmpd="sng" algn="ctr">
                      <a:solidFill>
                        <a:srgbClr val="000000"/>
                      </a:solidFill>
                      <a:prstDash val="solid"/>
                      <a:round/>
                      <a:headEnd type="none" w="med" len="med"/>
                      <a:tailEnd type="none" w="med" len="med"/>
                    </a:lnB>
                    <a:solidFill>
                      <a:srgbClr val="E5EEB9"/>
                    </a:solidFill>
                  </a:tcPr>
                </a:tc>
                <a:tc>
                  <a:txBody>
                    <a:bodyPr/>
                    <a:lstStyle/>
                    <a:p>
                      <a:pPr marL="0" lvl="0" indent="0" algn="just">
                        <a:lnSpc>
                          <a:spcPts val="3401"/>
                        </a:lnSpc>
                        <a:spcBef>
                          <a:spcPct val="0"/>
                        </a:spcBef>
                        <a:defRPr/>
                      </a:pPr>
                      <a:r>
                        <a:rPr lang="en-US" sz="2429">
                          <a:solidFill>
                            <a:srgbClr val="000000"/>
                          </a:solidFill>
                          <a:latin typeface="Playfair Display"/>
                          <a:ea typeface="Playfair Display"/>
                          <a:cs typeface="Playfair Display"/>
                          <a:sym typeface="Playfair Display"/>
                        </a:rPr>
                        <a:t>27-5</a:t>
                      </a:r>
                      <a:endParaRPr lang="en-US" sz="1100"/>
                    </a:p>
                  </a:txBody>
                  <a:tcPr marL="154305" marR="154305" marT="154305" marB="154305" anchor="ctr">
                    <a:lnL w="30861" cap="flat" cmpd="sng" algn="ctr">
                      <a:solidFill>
                        <a:srgbClr val="000000"/>
                      </a:solidFill>
                      <a:prstDash val="solid"/>
                      <a:round/>
                      <a:headEnd type="none" w="med" len="med"/>
                      <a:tailEnd type="none" w="med" len="med"/>
                    </a:lnL>
                    <a:lnR w="30861" cap="flat" cmpd="sng" algn="ctr">
                      <a:solidFill>
                        <a:srgbClr val="000000"/>
                      </a:solidFill>
                      <a:prstDash val="solid"/>
                      <a:round/>
                      <a:headEnd type="none" w="med" len="med"/>
                      <a:tailEnd type="none" w="med" len="med"/>
                    </a:lnR>
                    <a:lnT w="30861" cap="flat" cmpd="sng" algn="ctr">
                      <a:solidFill>
                        <a:srgbClr val="000000"/>
                      </a:solidFill>
                      <a:prstDash val="solid"/>
                      <a:round/>
                      <a:headEnd type="none" w="med" len="med"/>
                      <a:tailEnd type="none" w="med" len="med"/>
                    </a:lnT>
                    <a:lnB w="30861" cap="flat" cmpd="sng" algn="ctr">
                      <a:solidFill>
                        <a:srgbClr val="000000"/>
                      </a:solidFill>
                      <a:prstDash val="solid"/>
                      <a:round/>
                      <a:headEnd type="none" w="med" len="med"/>
                      <a:tailEnd type="none" w="med" len="med"/>
                    </a:lnB>
                    <a:solidFill>
                      <a:srgbClr val="E5EEB9"/>
                    </a:solidFill>
                  </a:tcPr>
                </a:tc>
                <a:tc>
                  <a:txBody>
                    <a:bodyPr/>
                    <a:lstStyle/>
                    <a:p>
                      <a:pPr marL="0" lvl="0" indent="0" algn="just">
                        <a:lnSpc>
                          <a:spcPts val="3401"/>
                        </a:lnSpc>
                        <a:spcBef>
                          <a:spcPct val="0"/>
                        </a:spcBef>
                        <a:defRPr/>
                      </a:pPr>
                      <a:r>
                        <a:rPr lang="en-US" sz="2429">
                          <a:solidFill>
                            <a:srgbClr val="000000"/>
                          </a:solidFill>
                          <a:latin typeface="Playfair Display"/>
                          <a:ea typeface="Playfair Display"/>
                          <a:cs typeface="Playfair Display"/>
                          <a:sym typeface="Playfair Display"/>
                        </a:rPr>
                        <a:t>28-5</a:t>
                      </a:r>
                      <a:endParaRPr lang="en-US" sz="1100"/>
                    </a:p>
                  </a:txBody>
                  <a:tcPr marL="154305" marR="154305" marT="154305" marB="154305" anchor="ctr">
                    <a:lnL w="30861" cap="flat" cmpd="sng" algn="ctr">
                      <a:solidFill>
                        <a:srgbClr val="000000"/>
                      </a:solidFill>
                      <a:prstDash val="solid"/>
                      <a:round/>
                      <a:headEnd type="none" w="med" len="med"/>
                      <a:tailEnd type="none" w="med" len="med"/>
                    </a:lnL>
                    <a:lnR w="30861" cap="flat" cmpd="sng" algn="ctr">
                      <a:solidFill>
                        <a:srgbClr val="000000"/>
                      </a:solidFill>
                      <a:prstDash val="solid"/>
                      <a:round/>
                      <a:headEnd type="none" w="med" len="med"/>
                      <a:tailEnd type="none" w="med" len="med"/>
                    </a:lnR>
                    <a:lnT w="30861" cap="flat" cmpd="sng" algn="ctr">
                      <a:solidFill>
                        <a:srgbClr val="000000"/>
                      </a:solidFill>
                      <a:prstDash val="solid"/>
                      <a:round/>
                      <a:headEnd type="none" w="med" len="med"/>
                      <a:tailEnd type="none" w="med" len="med"/>
                    </a:lnT>
                    <a:lnB w="30861" cap="flat" cmpd="sng" algn="ctr">
                      <a:solidFill>
                        <a:srgbClr val="000000"/>
                      </a:solidFill>
                      <a:prstDash val="solid"/>
                      <a:round/>
                      <a:headEnd type="none" w="med" len="med"/>
                      <a:tailEnd type="none" w="med" len="med"/>
                    </a:lnB>
                    <a:solidFill>
                      <a:srgbClr val="E5EEB9"/>
                    </a:solidFill>
                  </a:tcPr>
                </a:tc>
                <a:tc>
                  <a:txBody>
                    <a:bodyPr/>
                    <a:lstStyle/>
                    <a:p>
                      <a:pPr algn="just">
                        <a:lnSpc>
                          <a:spcPts val="3401"/>
                        </a:lnSpc>
                        <a:defRPr/>
                      </a:pPr>
                      <a:endParaRPr lang="en-US" sz="1100"/>
                    </a:p>
                  </a:txBody>
                  <a:tcPr marL="154305" marR="154305" marT="154305" marB="154305" anchor="ctr">
                    <a:lnL w="30861" cap="flat" cmpd="sng" algn="ctr">
                      <a:solidFill>
                        <a:srgbClr val="000000"/>
                      </a:solidFill>
                      <a:prstDash val="solid"/>
                      <a:round/>
                      <a:headEnd type="none" w="med" len="med"/>
                      <a:tailEnd type="none" w="med" len="med"/>
                    </a:lnL>
                    <a:lnR w="30861" cap="flat" cmpd="sng" algn="ctr">
                      <a:solidFill>
                        <a:srgbClr val="000000"/>
                      </a:solidFill>
                      <a:prstDash val="solid"/>
                      <a:round/>
                      <a:headEnd type="none" w="med" len="med"/>
                      <a:tailEnd type="none" w="med" len="med"/>
                    </a:lnR>
                    <a:lnT w="30861" cap="flat" cmpd="sng" algn="ctr">
                      <a:solidFill>
                        <a:srgbClr val="000000"/>
                      </a:solidFill>
                      <a:prstDash val="solid"/>
                      <a:round/>
                      <a:headEnd type="none" w="med" len="med"/>
                      <a:tailEnd type="none" w="med" len="med"/>
                    </a:lnT>
                    <a:lnB w="30861" cap="flat" cmpd="sng" algn="ctr">
                      <a:solidFill>
                        <a:srgbClr val="000000"/>
                      </a:solidFill>
                      <a:prstDash val="solid"/>
                      <a:round/>
                      <a:headEnd type="none" w="med" len="med"/>
                      <a:tailEnd type="none" w="med" len="med"/>
                    </a:lnB>
                    <a:solidFill>
                      <a:srgbClr val="0F4F36"/>
                    </a:solidFill>
                  </a:tcPr>
                </a:tc>
                <a:tc>
                  <a:txBody>
                    <a:bodyPr/>
                    <a:lstStyle/>
                    <a:p>
                      <a:pPr marL="0" lvl="0" indent="0" algn="just">
                        <a:lnSpc>
                          <a:spcPts val="3401"/>
                        </a:lnSpc>
                        <a:spcBef>
                          <a:spcPct val="0"/>
                        </a:spcBef>
                        <a:defRPr/>
                      </a:pPr>
                      <a:r>
                        <a:rPr lang="en-US" sz="2429">
                          <a:solidFill>
                            <a:srgbClr val="000000"/>
                          </a:solidFill>
                          <a:latin typeface="Playfair Display"/>
                          <a:ea typeface="Playfair Display"/>
                          <a:cs typeface="Playfair Display"/>
                          <a:sym typeface="Playfair Display"/>
                        </a:rPr>
                        <a:t>30-5</a:t>
                      </a:r>
                      <a:endParaRPr lang="en-US" sz="1100"/>
                    </a:p>
                  </a:txBody>
                  <a:tcPr marL="154305" marR="154305" marT="154305" marB="154305" anchor="ctr">
                    <a:lnL w="30861" cap="flat" cmpd="sng" algn="ctr">
                      <a:solidFill>
                        <a:srgbClr val="000000"/>
                      </a:solidFill>
                      <a:prstDash val="solid"/>
                      <a:round/>
                      <a:headEnd type="none" w="med" len="med"/>
                      <a:tailEnd type="none" w="med" len="med"/>
                    </a:lnL>
                    <a:lnR w="30861" cap="flat" cmpd="sng" algn="ctr">
                      <a:solidFill>
                        <a:srgbClr val="000000"/>
                      </a:solidFill>
                      <a:prstDash val="solid"/>
                      <a:round/>
                      <a:headEnd type="none" w="med" len="med"/>
                      <a:tailEnd type="none" w="med" len="med"/>
                    </a:lnR>
                    <a:lnT w="30861" cap="flat" cmpd="sng" algn="ctr">
                      <a:solidFill>
                        <a:srgbClr val="000000"/>
                      </a:solidFill>
                      <a:prstDash val="solid"/>
                      <a:round/>
                      <a:headEnd type="none" w="med" len="med"/>
                      <a:tailEnd type="none" w="med" len="med"/>
                    </a:lnT>
                    <a:lnB w="30861" cap="flat" cmpd="sng" algn="ctr">
                      <a:solidFill>
                        <a:srgbClr val="000000"/>
                      </a:solidFill>
                      <a:prstDash val="solid"/>
                      <a:round/>
                      <a:headEnd type="none" w="med" len="med"/>
                      <a:tailEnd type="none" w="med" len="med"/>
                    </a:lnB>
                    <a:solidFill>
                      <a:srgbClr val="E5EEB9"/>
                    </a:solidFill>
                  </a:tcPr>
                </a:tc>
                <a:extLst>
                  <a:ext uri="{0D108BD9-81ED-4DB2-BD59-A6C34878D82A}">
                    <a16:rowId xmlns:a16="http://schemas.microsoft.com/office/drawing/2014/main" val="10005"/>
                  </a:ext>
                </a:extLst>
              </a:tr>
              <a:tr h="842097">
                <a:tc>
                  <a:txBody>
                    <a:bodyPr/>
                    <a:lstStyle/>
                    <a:p>
                      <a:pPr algn="just">
                        <a:lnSpc>
                          <a:spcPts val="3401"/>
                        </a:lnSpc>
                        <a:spcBef>
                          <a:spcPct val="0"/>
                        </a:spcBef>
                        <a:defRPr/>
                      </a:pPr>
                      <a:r>
                        <a:rPr lang="en-US" sz="2429">
                          <a:solidFill>
                            <a:srgbClr val="000000"/>
                          </a:solidFill>
                          <a:latin typeface="Playfair Display"/>
                          <a:ea typeface="Playfair Display"/>
                          <a:cs typeface="Playfair Display"/>
                          <a:sym typeface="Playfair Display"/>
                        </a:rPr>
                        <a:t>31-5</a:t>
                      </a:r>
                      <a:endParaRPr lang="en-US" sz="1100"/>
                    </a:p>
                  </a:txBody>
                  <a:tcPr marL="154305" marR="154305" marT="154305" marB="154305" anchor="ctr">
                    <a:lnL w="30861" cap="flat" cmpd="sng" algn="ctr">
                      <a:solidFill>
                        <a:srgbClr val="000000"/>
                      </a:solidFill>
                      <a:prstDash val="solid"/>
                      <a:round/>
                      <a:headEnd type="none" w="med" len="med"/>
                      <a:tailEnd type="none" w="med" len="med"/>
                    </a:lnL>
                    <a:lnR w="30861" cap="flat" cmpd="sng" algn="ctr">
                      <a:solidFill>
                        <a:srgbClr val="000000"/>
                      </a:solidFill>
                      <a:prstDash val="solid"/>
                      <a:round/>
                      <a:headEnd type="none" w="med" len="med"/>
                      <a:tailEnd type="none" w="med" len="med"/>
                    </a:lnR>
                    <a:lnT w="30861" cap="flat" cmpd="sng" algn="ctr">
                      <a:solidFill>
                        <a:srgbClr val="000000"/>
                      </a:solidFill>
                      <a:prstDash val="solid"/>
                      <a:round/>
                      <a:headEnd type="none" w="med" len="med"/>
                      <a:tailEnd type="none" w="med" len="med"/>
                    </a:lnT>
                    <a:lnB w="30861" cap="flat" cmpd="sng" algn="ctr">
                      <a:solidFill>
                        <a:srgbClr val="000000"/>
                      </a:solidFill>
                      <a:prstDash val="solid"/>
                      <a:round/>
                      <a:headEnd type="none" w="med" len="med"/>
                      <a:tailEnd type="none" w="med" len="med"/>
                    </a:lnB>
                    <a:solidFill>
                      <a:srgbClr val="E5EEB9"/>
                    </a:solidFill>
                  </a:tcPr>
                </a:tc>
                <a:tc>
                  <a:txBody>
                    <a:bodyPr/>
                    <a:lstStyle/>
                    <a:p>
                      <a:pPr algn="just">
                        <a:lnSpc>
                          <a:spcPts val="3401"/>
                        </a:lnSpc>
                        <a:defRPr/>
                      </a:pPr>
                      <a:endParaRPr lang="en-US" sz="1100"/>
                    </a:p>
                  </a:txBody>
                  <a:tcPr marL="154305" marR="154305" marT="154305" marB="154305" anchor="ctr">
                    <a:lnL w="30861" cap="flat" cmpd="sng" algn="ctr">
                      <a:solidFill>
                        <a:srgbClr val="000000"/>
                      </a:solidFill>
                      <a:prstDash val="solid"/>
                      <a:round/>
                      <a:headEnd type="none" w="med" len="med"/>
                      <a:tailEnd type="none" w="med" len="med"/>
                    </a:lnL>
                    <a:lnR w="30861" cap="flat" cmpd="sng" algn="ctr">
                      <a:solidFill>
                        <a:srgbClr val="000000"/>
                      </a:solidFill>
                      <a:prstDash val="solid"/>
                      <a:round/>
                      <a:headEnd type="none" w="med" len="med"/>
                      <a:tailEnd type="none" w="med" len="med"/>
                    </a:lnR>
                    <a:lnT w="30861" cap="flat" cmpd="sng" algn="ctr">
                      <a:solidFill>
                        <a:srgbClr val="000000"/>
                      </a:solidFill>
                      <a:prstDash val="solid"/>
                      <a:round/>
                      <a:headEnd type="none" w="med" len="med"/>
                      <a:tailEnd type="none" w="med" len="med"/>
                    </a:lnT>
                    <a:lnB w="30861" cap="flat" cmpd="sng" algn="ctr">
                      <a:solidFill>
                        <a:srgbClr val="000000"/>
                      </a:solidFill>
                      <a:prstDash val="solid"/>
                      <a:round/>
                      <a:headEnd type="none" w="med" len="med"/>
                      <a:tailEnd type="none" w="med" len="med"/>
                    </a:lnB>
                  </a:tcPr>
                </a:tc>
                <a:tc>
                  <a:txBody>
                    <a:bodyPr/>
                    <a:lstStyle/>
                    <a:p>
                      <a:pPr algn="just">
                        <a:lnSpc>
                          <a:spcPts val="3401"/>
                        </a:lnSpc>
                        <a:defRPr/>
                      </a:pPr>
                      <a:endParaRPr lang="en-US" sz="1100"/>
                    </a:p>
                  </a:txBody>
                  <a:tcPr marL="154305" marR="154305" marT="154305" marB="154305" anchor="ctr">
                    <a:lnL w="30861" cap="flat" cmpd="sng" algn="ctr">
                      <a:solidFill>
                        <a:srgbClr val="000000"/>
                      </a:solidFill>
                      <a:prstDash val="solid"/>
                      <a:round/>
                      <a:headEnd type="none" w="med" len="med"/>
                      <a:tailEnd type="none" w="med" len="med"/>
                    </a:lnL>
                    <a:lnR w="30861" cap="flat" cmpd="sng" algn="ctr">
                      <a:solidFill>
                        <a:srgbClr val="000000"/>
                      </a:solidFill>
                      <a:prstDash val="solid"/>
                      <a:round/>
                      <a:headEnd type="none" w="med" len="med"/>
                      <a:tailEnd type="none" w="med" len="med"/>
                    </a:lnR>
                    <a:lnT w="30861" cap="flat" cmpd="sng" algn="ctr">
                      <a:solidFill>
                        <a:srgbClr val="000000"/>
                      </a:solidFill>
                      <a:prstDash val="solid"/>
                      <a:round/>
                      <a:headEnd type="none" w="med" len="med"/>
                      <a:tailEnd type="none" w="med" len="med"/>
                    </a:lnT>
                    <a:lnB w="30861" cap="flat" cmpd="sng" algn="ctr">
                      <a:solidFill>
                        <a:srgbClr val="000000"/>
                      </a:solidFill>
                      <a:prstDash val="solid"/>
                      <a:round/>
                      <a:headEnd type="none" w="med" len="med"/>
                      <a:tailEnd type="none" w="med" len="med"/>
                    </a:lnB>
                  </a:tcPr>
                </a:tc>
                <a:tc>
                  <a:txBody>
                    <a:bodyPr/>
                    <a:lstStyle/>
                    <a:p>
                      <a:pPr algn="just">
                        <a:lnSpc>
                          <a:spcPts val="3401"/>
                        </a:lnSpc>
                        <a:defRPr/>
                      </a:pPr>
                      <a:endParaRPr lang="en-US" sz="1100"/>
                    </a:p>
                  </a:txBody>
                  <a:tcPr marL="154305" marR="154305" marT="154305" marB="154305" anchor="ctr">
                    <a:lnL w="30861" cap="flat" cmpd="sng" algn="ctr">
                      <a:solidFill>
                        <a:srgbClr val="000000"/>
                      </a:solidFill>
                      <a:prstDash val="solid"/>
                      <a:round/>
                      <a:headEnd type="none" w="med" len="med"/>
                      <a:tailEnd type="none" w="med" len="med"/>
                    </a:lnL>
                    <a:lnR w="30861" cap="flat" cmpd="sng" algn="ctr">
                      <a:solidFill>
                        <a:srgbClr val="000000"/>
                      </a:solidFill>
                      <a:prstDash val="solid"/>
                      <a:round/>
                      <a:headEnd type="none" w="med" len="med"/>
                      <a:tailEnd type="none" w="med" len="med"/>
                    </a:lnR>
                    <a:lnT w="30861" cap="flat" cmpd="sng" algn="ctr">
                      <a:solidFill>
                        <a:srgbClr val="000000"/>
                      </a:solidFill>
                      <a:prstDash val="solid"/>
                      <a:round/>
                      <a:headEnd type="none" w="med" len="med"/>
                      <a:tailEnd type="none" w="med" len="med"/>
                    </a:lnT>
                    <a:lnB w="30861" cap="flat" cmpd="sng" algn="ctr">
                      <a:solidFill>
                        <a:srgbClr val="000000"/>
                      </a:solidFill>
                      <a:prstDash val="solid"/>
                      <a:round/>
                      <a:headEnd type="none" w="med" len="med"/>
                      <a:tailEnd type="none" w="med" len="med"/>
                    </a:lnB>
                  </a:tcPr>
                </a:tc>
                <a:tc>
                  <a:txBody>
                    <a:bodyPr/>
                    <a:lstStyle/>
                    <a:p>
                      <a:pPr algn="just">
                        <a:lnSpc>
                          <a:spcPts val="3401"/>
                        </a:lnSpc>
                        <a:defRPr/>
                      </a:pPr>
                      <a:endParaRPr lang="en-US" sz="1100"/>
                    </a:p>
                  </a:txBody>
                  <a:tcPr marL="154305" marR="154305" marT="154305" marB="154305" anchor="ctr">
                    <a:lnL w="30861" cap="flat" cmpd="sng" algn="ctr">
                      <a:solidFill>
                        <a:srgbClr val="000000"/>
                      </a:solidFill>
                      <a:prstDash val="solid"/>
                      <a:round/>
                      <a:headEnd type="none" w="med" len="med"/>
                      <a:tailEnd type="none" w="med" len="med"/>
                    </a:lnL>
                    <a:lnR w="30861" cap="flat" cmpd="sng" algn="ctr">
                      <a:solidFill>
                        <a:srgbClr val="000000"/>
                      </a:solidFill>
                      <a:prstDash val="solid"/>
                      <a:round/>
                      <a:headEnd type="none" w="med" len="med"/>
                      <a:tailEnd type="none" w="med" len="med"/>
                    </a:lnR>
                    <a:lnT w="30861" cap="flat" cmpd="sng" algn="ctr">
                      <a:solidFill>
                        <a:srgbClr val="000000"/>
                      </a:solidFill>
                      <a:prstDash val="solid"/>
                      <a:round/>
                      <a:headEnd type="none" w="med" len="med"/>
                      <a:tailEnd type="none" w="med" len="med"/>
                    </a:lnT>
                    <a:lnB w="30861" cap="flat" cmpd="sng" algn="ctr">
                      <a:solidFill>
                        <a:srgbClr val="000000"/>
                      </a:solidFill>
                      <a:prstDash val="solid"/>
                      <a:round/>
                      <a:headEnd type="none" w="med" len="med"/>
                      <a:tailEnd type="none" w="med" len="med"/>
                    </a:lnB>
                  </a:tcPr>
                </a:tc>
                <a:tc>
                  <a:txBody>
                    <a:bodyPr/>
                    <a:lstStyle/>
                    <a:p>
                      <a:pPr algn="just">
                        <a:lnSpc>
                          <a:spcPts val="3401"/>
                        </a:lnSpc>
                        <a:defRPr/>
                      </a:pPr>
                      <a:endParaRPr lang="en-US" sz="1100"/>
                    </a:p>
                  </a:txBody>
                  <a:tcPr marL="154305" marR="154305" marT="154305" marB="154305" anchor="ctr">
                    <a:lnL w="30861" cap="flat" cmpd="sng" algn="ctr">
                      <a:solidFill>
                        <a:srgbClr val="000000"/>
                      </a:solidFill>
                      <a:prstDash val="solid"/>
                      <a:round/>
                      <a:headEnd type="none" w="med" len="med"/>
                      <a:tailEnd type="none" w="med" len="med"/>
                    </a:lnL>
                    <a:lnR w="30861" cap="flat" cmpd="sng" algn="ctr">
                      <a:solidFill>
                        <a:srgbClr val="000000"/>
                      </a:solidFill>
                      <a:prstDash val="solid"/>
                      <a:round/>
                      <a:headEnd type="none" w="med" len="med"/>
                      <a:tailEnd type="none" w="med" len="med"/>
                    </a:lnR>
                    <a:lnT w="30861" cap="flat" cmpd="sng" algn="ctr">
                      <a:solidFill>
                        <a:srgbClr val="000000"/>
                      </a:solidFill>
                      <a:prstDash val="solid"/>
                      <a:round/>
                      <a:headEnd type="none" w="med" len="med"/>
                      <a:tailEnd type="none" w="med" len="med"/>
                    </a:lnT>
                    <a:lnB w="30861" cap="flat" cmpd="sng" algn="ctr">
                      <a:solidFill>
                        <a:srgbClr val="000000"/>
                      </a:solidFill>
                      <a:prstDash val="solid"/>
                      <a:round/>
                      <a:headEnd type="none" w="med" len="med"/>
                      <a:tailEnd type="none" w="med" len="med"/>
                    </a:lnB>
                  </a:tcPr>
                </a:tc>
                <a:tc>
                  <a:txBody>
                    <a:bodyPr/>
                    <a:lstStyle/>
                    <a:p>
                      <a:pPr algn="just">
                        <a:lnSpc>
                          <a:spcPts val="3401"/>
                        </a:lnSpc>
                        <a:defRPr/>
                      </a:pPr>
                      <a:endParaRPr lang="en-US" sz="1100"/>
                    </a:p>
                  </a:txBody>
                  <a:tcPr marL="154305" marR="154305" marT="154305" marB="154305" anchor="ctr">
                    <a:lnL w="30861" cap="flat" cmpd="sng" algn="ctr">
                      <a:solidFill>
                        <a:srgbClr val="000000"/>
                      </a:solidFill>
                      <a:prstDash val="solid"/>
                      <a:round/>
                      <a:headEnd type="none" w="med" len="med"/>
                      <a:tailEnd type="none" w="med" len="med"/>
                    </a:lnL>
                    <a:lnR w="30861" cap="flat" cmpd="sng" algn="ctr">
                      <a:solidFill>
                        <a:srgbClr val="000000"/>
                      </a:solidFill>
                      <a:prstDash val="solid"/>
                      <a:round/>
                      <a:headEnd type="none" w="med" len="med"/>
                      <a:tailEnd type="none" w="med" len="med"/>
                    </a:lnR>
                    <a:lnT w="30861" cap="flat" cmpd="sng" algn="ctr">
                      <a:solidFill>
                        <a:srgbClr val="000000"/>
                      </a:solidFill>
                      <a:prstDash val="solid"/>
                      <a:round/>
                      <a:headEnd type="none" w="med" len="med"/>
                      <a:tailEnd type="none" w="med" len="med"/>
                    </a:lnT>
                    <a:lnB w="30861"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grpSp>
        <p:nvGrpSpPr>
          <p:cNvPr id="6" name="Group 6"/>
          <p:cNvGrpSpPr/>
          <p:nvPr/>
        </p:nvGrpSpPr>
        <p:grpSpPr>
          <a:xfrm>
            <a:off x="16130607" y="6971975"/>
            <a:ext cx="1837926" cy="2014944"/>
            <a:chOff x="-6778" y="-206375"/>
            <a:chExt cx="484063" cy="530686"/>
          </a:xfrm>
        </p:grpSpPr>
        <p:sp>
          <p:nvSpPr>
            <p:cNvPr id="7" name="Freeform 7"/>
            <p:cNvSpPr/>
            <p:nvPr/>
          </p:nvSpPr>
          <p:spPr>
            <a:xfrm>
              <a:off x="0" y="0"/>
              <a:ext cx="477285" cy="225886"/>
            </a:xfrm>
            <a:custGeom>
              <a:avLst/>
              <a:gdLst/>
              <a:ahLst/>
              <a:cxnLst/>
              <a:rect l="l" t="t" r="r" b="b"/>
              <a:pathLst>
                <a:path w="477285" h="225886">
                  <a:moveTo>
                    <a:pt x="0" y="0"/>
                  </a:moveTo>
                  <a:lnTo>
                    <a:pt x="477285" y="0"/>
                  </a:lnTo>
                  <a:lnTo>
                    <a:pt x="477285" y="225886"/>
                  </a:lnTo>
                  <a:lnTo>
                    <a:pt x="0" y="225886"/>
                  </a:lnTo>
                  <a:close/>
                </a:path>
              </a:pathLst>
            </a:custGeom>
            <a:solidFill>
              <a:srgbClr val="E5EEB9"/>
            </a:solidFill>
          </p:spPr>
        </p:sp>
        <p:sp>
          <p:nvSpPr>
            <p:cNvPr id="8" name="TextBox 8"/>
            <p:cNvSpPr txBox="1"/>
            <p:nvPr/>
          </p:nvSpPr>
          <p:spPr>
            <a:xfrm>
              <a:off x="-6778" y="-206375"/>
              <a:ext cx="477285" cy="530686"/>
            </a:xfrm>
            <a:prstGeom prst="rect">
              <a:avLst/>
            </a:prstGeom>
          </p:spPr>
          <p:txBody>
            <a:bodyPr lIns="50800" tIns="50800" rIns="50800" bIns="50800" rtlCol="0" anchor="ctr"/>
            <a:lstStyle/>
            <a:p>
              <a:pPr algn="ctr">
                <a:lnSpc>
                  <a:spcPts val="4200"/>
                </a:lnSpc>
              </a:pPr>
              <a:r>
                <a:rPr lang="en-US" sz="3000" b="1" dirty="0">
                  <a:solidFill>
                    <a:srgbClr val="000000"/>
                  </a:solidFill>
                  <a:latin typeface="Badr Bold"/>
                  <a:ea typeface="Badr Bold"/>
                  <a:cs typeface="Badr Bold"/>
                  <a:sym typeface="Badr Bold"/>
                </a:rPr>
                <a:t>Engagement</a:t>
              </a:r>
            </a:p>
          </p:txBody>
        </p:sp>
      </p:grpSp>
      <p:sp>
        <p:nvSpPr>
          <p:cNvPr id="9" name="Freeform 9"/>
          <p:cNvSpPr/>
          <p:nvPr/>
        </p:nvSpPr>
        <p:spPr>
          <a:xfrm>
            <a:off x="17352959" y="8091091"/>
            <a:ext cx="609708" cy="503389"/>
          </a:xfrm>
          <a:custGeom>
            <a:avLst/>
            <a:gdLst/>
            <a:ahLst/>
            <a:cxnLst/>
            <a:rect l="l" t="t" r="r" b="b"/>
            <a:pathLst>
              <a:path w="891728" h="892844">
                <a:moveTo>
                  <a:pt x="0" y="0"/>
                </a:moveTo>
                <a:lnTo>
                  <a:pt x="891728" y="0"/>
                </a:lnTo>
                <a:lnTo>
                  <a:pt x="891728" y="892843"/>
                </a:lnTo>
                <a:lnTo>
                  <a:pt x="0" y="89284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10" name="Group 10"/>
          <p:cNvGrpSpPr/>
          <p:nvPr/>
        </p:nvGrpSpPr>
        <p:grpSpPr>
          <a:xfrm>
            <a:off x="14178793" y="2622334"/>
            <a:ext cx="1977549" cy="2014944"/>
            <a:chOff x="-43551" y="-224663"/>
            <a:chExt cx="520836" cy="530686"/>
          </a:xfrm>
        </p:grpSpPr>
        <p:sp>
          <p:nvSpPr>
            <p:cNvPr id="11" name="Freeform 11"/>
            <p:cNvSpPr/>
            <p:nvPr/>
          </p:nvSpPr>
          <p:spPr>
            <a:xfrm>
              <a:off x="0" y="0"/>
              <a:ext cx="477285" cy="225886"/>
            </a:xfrm>
            <a:custGeom>
              <a:avLst/>
              <a:gdLst/>
              <a:ahLst/>
              <a:cxnLst/>
              <a:rect l="l" t="t" r="r" b="b"/>
              <a:pathLst>
                <a:path w="477285" h="225886">
                  <a:moveTo>
                    <a:pt x="0" y="0"/>
                  </a:moveTo>
                  <a:lnTo>
                    <a:pt x="477285" y="0"/>
                  </a:lnTo>
                  <a:lnTo>
                    <a:pt x="477285" y="225886"/>
                  </a:lnTo>
                  <a:lnTo>
                    <a:pt x="0" y="225886"/>
                  </a:lnTo>
                  <a:close/>
                </a:path>
              </a:pathLst>
            </a:custGeom>
            <a:solidFill>
              <a:srgbClr val="E5EEB9"/>
            </a:solidFill>
          </p:spPr>
        </p:sp>
        <p:sp>
          <p:nvSpPr>
            <p:cNvPr id="12" name="TextBox 12"/>
            <p:cNvSpPr txBox="1"/>
            <p:nvPr/>
          </p:nvSpPr>
          <p:spPr>
            <a:xfrm>
              <a:off x="-43551" y="-224663"/>
              <a:ext cx="477285" cy="530686"/>
            </a:xfrm>
            <a:prstGeom prst="rect">
              <a:avLst/>
            </a:prstGeom>
          </p:spPr>
          <p:txBody>
            <a:bodyPr lIns="50800" tIns="50800" rIns="50800" bIns="50800" rtlCol="0" anchor="ctr"/>
            <a:lstStyle/>
            <a:p>
              <a:pPr algn="ctr">
                <a:lnSpc>
                  <a:spcPts val="4200"/>
                </a:lnSpc>
              </a:pPr>
              <a:r>
                <a:rPr lang="en-US" sz="3000" b="1" dirty="0">
                  <a:solidFill>
                    <a:srgbClr val="000000"/>
                  </a:solidFill>
                  <a:latin typeface="Badr Bold"/>
                  <a:ea typeface="Badr Bold"/>
                  <a:cs typeface="Badr Bold"/>
                  <a:sym typeface="Badr Bold"/>
                </a:rPr>
                <a:t>Awareness</a:t>
              </a:r>
            </a:p>
          </p:txBody>
        </p:sp>
      </p:grpSp>
      <p:sp>
        <p:nvSpPr>
          <p:cNvPr id="13" name="Freeform 13"/>
          <p:cNvSpPr/>
          <p:nvPr/>
        </p:nvSpPr>
        <p:spPr>
          <a:xfrm>
            <a:off x="15399985" y="3565069"/>
            <a:ext cx="756357" cy="733259"/>
          </a:xfrm>
          <a:custGeom>
            <a:avLst/>
            <a:gdLst/>
            <a:ahLst/>
            <a:cxnLst/>
            <a:rect l="l" t="t" r="r" b="b"/>
            <a:pathLst>
              <a:path w="850852" h="1020513">
                <a:moveTo>
                  <a:pt x="0" y="0"/>
                </a:moveTo>
                <a:lnTo>
                  <a:pt x="850852" y="0"/>
                </a:lnTo>
                <a:lnTo>
                  <a:pt x="850852" y="1020513"/>
                </a:lnTo>
                <a:lnTo>
                  <a:pt x="0" y="102051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grpSp>
        <p:nvGrpSpPr>
          <p:cNvPr id="14" name="Group 14"/>
          <p:cNvGrpSpPr/>
          <p:nvPr/>
        </p:nvGrpSpPr>
        <p:grpSpPr>
          <a:xfrm>
            <a:off x="16104872" y="3548876"/>
            <a:ext cx="1863661" cy="2014944"/>
            <a:chOff x="-13556" y="-206110"/>
            <a:chExt cx="490841" cy="530686"/>
          </a:xfrm>
        </p:grpSpPr>
        <p:sp>
          <p:nvSpPr>
            <p:cNvPr id="15" name="Freeform 15"/>
            <p:cNvSpPr/>
            <p:nvPr/>
          </p:nvSpPr>
          <p:spPr>
            <a:xfrm>
              <a:off x="0" y="0"/>
              <a:ext cx="477285" cy="225886"/>
            </a:xfrm>
            <a:custGeom>
              <a:avLst/>
              <a:gdLst/>
              <a:ahLst/>
              <a:cxnLst/>
              <a:rect l="l" t="t" r="r" b="b"/>
              <a:pathLst>
                <a:path w="477285" h="225886">
                  <a:moveTo>
                    <a:pt x="0" y="0"/>
                  </a:moveTo>
                  <a:lnTo>
                    <a:pt x="477285" y="0"/>
                  </a:lnTo>
                  <a:lnTo>
                    <a:pt x="477285" y="225886"/>
                  </a:lnTo>
                  <a:lnTo>
                    <a:pt x="0" y="225886"/>
                  </a:lnTo>
                  <a:close/>
                </a:path>
              </a:pathLst>
            </a:custGeom>
            <a:solidFill>
              <a:srgbClr val="E5EEB9"/>
            </a:solidFill>
          </p:spPr>
        </p:sp>
        <p:sp>
          <p:nvSpPr>
            <p:cNvPr id="16" name="TextBox 16"/>
            <p:cNvSpPr txBox="1"/>
            <p:nvPr/>
          </p:nvSpPr>
          <p:spPr>
            <a:xfrm>
              <a:off x="-13556" y="-206110"/>
              <a:ext cx="477285" cy="530686"/>
            </a:xfrm>
            <a:prstGeom prst="rect">
              <a:avLst/>
            </a:prstGeom>
          </p:spPr>
          <p:txBody>
            <a:bodyPr lIns="50800" tIns="50800" rIns="50800" bIns="50800" rtlCol="0" anchor="ctr"/>
            <a:lstStyle/>
            <a:p>
              <a:pPr algn="ctr">
                <a:lnSpc>
                  <a:spcPts val="4200"/>
                </a:lnSpc>
              </a:pPr>
              <a:r>
                <a:rPr lang="en-US" sz="3000" b="1" dirty="0">
                  <a:solidFill>
                    <a:srgbClr val="000000"/>
                  </a:solidFill>
                  <a:latin typeface="Badr Bold"/>
                  <a:ea typeface="Badr Bold"/>
                  <a:cs typeface="Badr Bold"/>
                  <a:sym typeface="Badr Bold"/>
                </a:rPr>
                <a:t>Celebration</a:t>
              </a:r>
            </a:p>
          </p:txBody>
        </p:sp>
      </p:grpSp>
      <p:sp>
        <p:nvSpPr>
          <p:cNvPr id="17" name="Freeform 17"/>
          <p:cNvSpPr/>
          <p:nvPr/>
        </p:nvSpPr>
        <p:spPr>
          <a:xfrm rot="787043">
            <a:off x="17402994" y="4642775"/>
            <a:ext cx="489771" cy="497242"/>
          </a:xfrm>
          <a:custGeom>
            <a:avLst/>
            <a:gdLst/>
            <a:ahLst/>
            <a:cxnLst/>
            <a:rect l="l" t="t" r="r" b="b"/>
            <a:pathLst>
              <a:path w="918889" h="916592">
                <a:moveTo>
                  <a:pt x="0" y="0"/>
                </a:moveTo>
                <a:lnTo>
                  <a:pt x="918889" y="0"/>
                </a:lnTo>
                <a:lnTo>
                  <a:pt x="918889" y="916592"/>
                </a:lnTo>
                <a:lnTo>
                  <a:pt x="0" y="916592"/>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grpSp>
        <p:nvGrpSpPr>
          <p:cNvPr id="18" name="Group 18"/>
          <p:cNvGrpSpPr/>
          <p:nvPr/>
        </p:nvGrpSpPr>
        <p:grpSpPr>
          <a:xfrm>
            <a:off x="14344151" y="4691231"/>
            <a:ext cx="2160300" cy="2014944"/>
            <a:chOff x="0" y="-131128"/>
            <a:chExt cx="568968" cy="530686"/>
          </a:xfrm>
        </p:grpSpPr>
        <p:sp>
          <p:nvSpPr>
            <p:cNvPr id="19" name="Freeform 19"/>
            <p:cNvSpPr/>
            <p:nvPr/>
          </p:nvSpPr>
          <p:spPr>
            <a:xfrm>
              <a:off x="0" y="0"/>
              <a:ext cx="477285" cy="225886"/>
            </a:xfrm>
            <a:custGeom>
              <a:avLst/>
              <a:gdLst/>
              <a:ahLst/>
              <a:cxnLst/>
              <a:rect l="l" t="t" r="r" b="b"/>
              <a:pathLst>
                <a:path w="477285" h="225886">
                  <a:moveTo>
                    <a:pt x="0" y="0"/>
                  </a:moveTo>
                  <a:lnTo>
                    <a:pt x="477285" y="0"/>
                  </a:lnTo>
                  <a:lnTo>
                    <a:pt x="477285" y="225886"/>
                  </a:lnTo>
                  <a:lnTo>
                    <a:pt x="0" y="225886"/>
                  </a:lnTo>
                  <a:close/>
                </a:path>
              </a:pathLst>
            </a:custGeom>
            <a:solidFill>
              <a:srgbClr val="E5EEB9"/>
            </a:solidFill>
          </p:spPr>
        </p:sp>
        <p:sp>
          <p:nvSpPr>
            <p:cNvPr id="20" name="TextBox 20"/>
            <p:cNvSpPr txBox="1"/>
            <p:nvPr/>
          </p:nvSpPr>
          <p:spPr>
            <a:xfrm>
              <a:off x="91683" y="-131128"/>
              <a:ext cx="477285" cy="530686"/>
            </a:xfrm>
            <a:prstGeom prst="rect">
              <a:avLst/>
            </a:prstGeom>
          </p:spPr>
          <p:txBody>
            <a:bodyPr lIns="50800" tIns="50800" rIns="50800" bIns="50800" rtlCol="0" anchor="ctr"/>
            <a:lstStyle/>
            <a:p>
              <a:pPr algn="ctr">
                <a:lnSpc>
                  <a:spcPts val="4200"/>
                </a:lnSpc>
              </a:pPr>
              <a:r>
                <a:rPr lang="en-US" sz="3000" b="1" dirty="0">
                  <a:solidFill>
                    <a:srgbClr val="000000"/>
                  </a:solidFill>
                  <a:latin typeface="Badr Bold"/>
                  <a:ea typeface="Badr Bold"/>
                  <a:cs typeface="Badr Bold"/>
                  <a:sym typeface="Badr Bold"/>
                </a:rPr>
                <a:t>Visuals</a:t>
              </a:r>
            </a:p>
          </p:txBody>
        </p:sp>
      </p:grpSp>
      <p:sp>
        <p:nvSpPr>
          <p:cNvPr id="21" name="Freeform 21"/>
          <p:cNvSpPr/>
          <p:nvPr/>
        </p:nvSpPr>
        <p:spPr>
          <a:xfrm rot="-1204906">
            <a:off x="14351772" y="5322574"/>
            <a:ext cx="986164" cy="647170"/>
          </a:xfrm>
          <a:custGeom>
            <a:avLst/>
            <a:gdLst/>
            <a:ahLst/>
            <a:cxnLst/>
            <a:rect l="l" t="t" r="r" b="b"/>
            <a:pathLst>
              <a:path w="986164" h="647170">
                <a:moveTo>
                  <a:pt x="0" y="0"/>
                </a:moveTo>
                <a:lnTo>
                  <a:pt x="986164" y="0"/>
                </a:lnTo>
                <a:lnTo>
                  <a:pt x="986164" y="647170"/>
                </a:lnTo>
                <a:lnTo>
                  <a:pt x="0" y="647170"/>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grpSp>
        <p:nvGrpSpPr>
          <p:cNvPr id="22" name="Group 22"/>
          <p:cNvGrpSpPr/>
          <p:nvPr/>
        </p:nvGrpSpPr>
        <p:grpSpPr>
          <a:xfrm>
            <a:off x="14232834" y="6151419"/>
            <a:ext cx="1923508" cy="2014944"/>
            <a:chOff x="-29318" y="-196603"/>
            <a:chExt cx="506603" cy="530686"/>
          </a:xfrm>
        </p:grpSpPr>
        <p:sp>
          <p:nvSpPr>
            <p:cNvPr id="23" name="Freeform 23"/>
            <p:cNvSpPr/>
            <p:nvPr/>
          </p:nvSpPr>
          <p:spPr>
            <a:xfrm>
              <a:off x="0" y="0"/>
              <a:ext cx="477285" cy="225886"/>
            </a:xfrm>
            <a:custGeom>
              <a:avLst/>
              <a:gdLst/>
              <a:ahLst/>
              <a:cxnLst/>
              <a:rect l="l" t="t" r="r" b="b"/>
              <a:pathLst>
                <a:path w="477285" h="225886">
                  <a:moveTo>
                    <a:pt x="0" y="0"/>
                  </a:moveTo>
                  <a:lnTo>
                    <a:pt x="477285" y="0"/>
                  </a:lnTo>
                  <a:lnTo>
                    <a:pt x="477285" y="225886"/>
                  </a:lnTo>
                  <a:lnTo>
                    <a:pt x="0" y="225886"/>
                  </a:lnTo>
                  <a:close/>
                </a:path>
              </a:pathLst>
            </a:custGeom>
            <a:solidFill>
              <a:srgbClr val="E5EEB9"/>
            </a:solidFill>
          </p:spPr>
        </p:sp>
        <p:sp>
          <p:nvSpPr>
            <p:cNvPr id="24" name="TextBox 24"/>
            <p:cNvSpPr txBox="1"/>
            <p:nvPr/>
          </p:nvSpPr>
          <p:spPr>
            <a:xfrm>
              <a:off x="-29318" y="-196603"/>
              <a:ext cx="477285" cy="530686"/>
            </a:xfrm>
            <a:prstGeom prst="rect">
              <a:avLst/>
            </a:prstGeom>
          </p:spPr>
          <p:txBody>
            <a:bodyPr lIns="50800" tIns="50800" rIns="50800" bIns="50800" rtlCol="0" anchor="ctr"/>
            <a:lstStyle/>
            <a:p>
              <a:pPr algn="ctr">
                <a:lnSpc>
                  <a:spcPts val="4200"/>
                </a:lnSpc>
              </a:pPr>
              <a:r>
                <a:rPr lang="en-US" sz="3000" b="1" dirty="0">
                  <a:solidFill>
                    <a:srgbClr val="000000"/>
                  </a:solidFill>
                  <a:latin typeface="Badr Bold"/>
                  <a:ea typeface="Badr Bold"/>
                  <a:cs typeface="Badr Bold"/>
                  <a:sym typeface="Badr Bold"/>
                </a:rPr>
                <a:t>Emotional</a:t>
              </a:r>
            </a:p>
          </p:txBody>
        </p:sp>
      </p:grpSp>
      <p:sp>
        <p:nvSpPr>
          <p:cNvPr id="25" name="Freeform 25"/>
          <p:cNvSpPr/>
          <p:nvPr/>
        </p:nvSpPr>
        <p:spPr>
          <a:xfrm>
            <a:off x="15697200" y="7271592"/>
            <a:ext cx="494695" cy="507226"/>
          </a:xfrm>
          <a:custGeom>
            <a:avLst/>
            <a:gdLst/>
            <a:ahLst/>
            <a:cxnLst/>
            <a:rect l="l" t="t" r="r" b="b"/>
            <a:pathLst>
              <a:path w="752139" h="696668">
                <a:moveTo>
                  <a:pt x="0" y="0"/>
                </a:moveTo>
                <a:lnTo>
                  <a:pt x="752138" y="0"/>
                </a:lnTo>
                <a:lnTo>
                  <a:pt x="752138" y="696668"/>
                </a:lnTo>
                <a:lnTo>
                  <a:pt x="0" y="696668"/>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grpSp>
        <p:nvGrpSpPr>
          <p:cNvPr id="26" name="Group 26"/>
          <p:cNvGrpSpPr/>
          <p:nvPr/>
        </p:nvGrpSpPr>
        <p:grpSpPr>
          <a:xfrm>
            <a:off x="14075237" y="7809370"/>
            <a:ext cx="2081105" cy="2014944"/>
            <a:chOff x="-70825" y="-211712"/>
            <a:chExt cx="548110" cy="530686"/>
          </a:xfrm>
        </p:grpSpPr>
        <p:sp>
          <p:nvSpPr>
            <p:cNvPr id="27" name="Freeform 27"/>
            <p:cNvSpPr/>
            <p:nvPr/>
          </p:nvSpPr>
          <p:spPr>
            <a:xfrm>
              <a:off x="0" y="0"/>
              <a:ext cx="477285" cy="225886"/>
            </a:xfrm>
            <a:custGeom>
              <a:avLst/>
              <a:gdLst/>
              <a:ahLst/>
              <a:cxnLst/>
              <a:rect l="l" t="t" r="r" b="b"/>
              <a:pathLst>
                <a:path w="477285" h="225886">
                  <a:moveTo>
                    <a:pt x="0" y="0"/>
                  </a:moveTo>
                  <a:lnTo>
                    <a:pt x="477285" y="0"/>
                  </a:lnTo>
                  <a:lnTo>
                    <a:pt x="477285" y="225886"/>
                  </a:lnTo>
                  <a:lnTo>
                    <a:pt x="0" y="225886"/>
                  </a:lnTo>
                  <a:close/>
                </a:path>
              </a:pathLst>
            </a:custGeom>
            <a:solidFill>
              <a:srgbClr val="E5EEB9"/>
            </a:solidFill>
          </p:spPr>
        </p:sp>
        <p:sp>
          <p:nvSpPr>
            <p:cNvPr id="28" name="TextBox 28"/>
            <p:cNvSpPr txBox="1"/>
            <p:nvPr/>
          </p:nvSpPr>
          <p:spPr>
            <a:xfrm>
              <a:off x="-70825" y="-211712"/>
              <a:ext cx="477285" cy="530686"/>
            </a:xfrm>
            <a:prstGeom prst="rect">
              <a:avLst/>
            </a:prstGeom>
          </p:spPr>
          <p:txBody>
            <a:bodyPr lIns="50800" tIns="50800" rIns="50800" bIns="50800" rtlCol="0" anchor="ctr"/>
            <a:lstStyle/>
            <a:p>
              <a:pPr algn="ctr">
                <a:lnSpc>
                  <a:spcPts val="4200"/>
                </a:lnSpc>
              </a:pPr>
              <a:r>
                <a:rPr lang="en-US" sz="3000" b="1" dirty="0">
                  <a:solidFill>
                    <a:srgbClr val="000000"/>
                  </a:solidFill>
                  <a:latin typeface="Badr Bold"/>
                  <a:ea typeface="Badr Bold"/>
                  <a:cs typeface="Badr Bold"/>
                  <a:sym typeface="Badr Bold"/>
                </a:rPr>
                <a:t>Loyalty</a:t>
              </a:r>
            </a:p>
          </p:txBody>
        </p:sp>
      </p:grpSp>
      <p:sp>
        <p:nvSpPr>
          <p:cNvPr id="29" name="Freeform 29"/>
          <p:cNvSpPr/>
          <p:nvPr/>
        </p:nvSpPr>
        <p:spPr>
          <a:xfrm>
            <a:off x="11266851" y="4915619"/>
            <a:ext cx="672662" cy="673504"/>
          </a:xfrm>
          <a:custGeom>
            <a:avLst/>
            <a:gdLst/>
            <a:ahLst/>
            <a:cxnLst/>
            <a:rect l="l" t="t" r="r" b="b"/>
            <a:pathLst>
              <a:path w="672662" h="673504">
                <a:moveTo>
                  <a:pt x="0" y="0"/>
                </a:moveTo>
                <a:lnTo>
                  <a:pt x="672663" y="0"/>
                </a:lnTo>
                <a:lnTo>
                  <a:pt x="672663" y="673504"/>
                </a:lnTo>
                <a:lnTo>
                  <a:pt x="0" y="67350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30" name="Freeform 30"/>
          <p:cNvSpPr/>
          <p:nvPr/>
        </p:nvSpPr>
        <p:spPr>
          <a:xfrm>
            <a:off x="9404235" y="5760573"/>
            <a:ext cx="672662" cy="673504"/>
          </a:xfrm>
          <a:custGeom>
            <a:avLst/>
            <a:gdLst/>
            <a:ahLst/>
            <a:cxnLst/>
            <a:rect l="l" t="t" r="r" b="b"/>
            <a:pathLst>
              <a:path w="672662" h="673504">
                <a:moveTo>
                  <a:pt x="0" y="0"/>
                </a:moveTo>
                <a:lnTo>
                  <a:pt x="672662" y="0"/>
                </a:lnTo>
                <a:lnTo>
                  <a:pt x="672662" y="673504"/>
                </a:lnTo>
                <a:lnTo>
                  <a:pt x="0" y="67350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31" name="Freeform 31"/>
          <p:cNvSpPr/>
          <p:nvPr/>
        </p:nvSpPr>
        <p:spPr>
          <a:xfrm>
            <a:off x="9404235" y="8257730"/>
            <a:ext cx="672662" cy="673504"/>
          </a:xfrm>
          <a:custGeom>
            <a:avLst/>
            <a:gdLst/>
            <a:ahLst/>
            <a:cxnLst/>
            <a:rect l="l" t="t" r="r" b="b"/>
            <a:pathLst>
              <a:path w="672662" h="673504">
                <a:moveTo>
                  <a:pt x="0" y="0"/>
                </a:moveTo>
                <a:lnTo>
                  <a:pt x="672662" y="0"/>
                </a:lnTo>
                <a:lnTo>
                  <a:pt x="672662" y="673504"/>
                </a:lnTo>
                <a:lnTo>
                  <a:pt x="0" y="67350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32" name="Freeform 32"/>
          <p:cNvSpPr/>
          <p:nvPr/>
        </p:nvSpPr>
        <p:spPr>
          <a:xfrm rot="787043">
            <a:off x="5574156" y="8336308"/>
            <a:ext cx="592561" cy="591080"/>
          </a:xfrm>
          <a:custGeom>
            <a:avLst/>
            <a:gdLst/>
            <a:ahLst/>
            <a:cxnLst/>
            <a:rect l="l" t="t" r="r" b="b"/>
            <a:pathLst>
              <a:path w="592561" h="591080">
                <a:moveTo>
                  <a:pt x="0" y="0"/>
                </a:moveTo>
                <a:lnTo>
                  <a:pt x="592561" y="0"/>
                </a:lnTo>
                <a:lnTo>
                  <a:pt x="592561" y="591080"/>
                </a:lnTo>
                <a:lnTo>
                  <a:pt x="0" y="59108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33" name="Freeform 33"/>
          <p:cNvSpPr/>
          <p:nvPr/>
        </p:nvSpPr>
        <p:spPr>
          <a:xfrm>
            <a:off x="1696581" y="9148868"/>
            <a:ext cx="593510" cy="593510"/>
          </a:xfrm>
          <a:custGeom>
            <a:avLst/>
            <a:gdLst/>
            <a:ahLst/>
            <a:cxnLst/>
            <a:rect l="l" t="t" r="r" b="b"/>
            <a:pathLst>
              <a:path w="593510" h="593510">
                <a:moveTo>
                  <a:pt x="0" y="0"/>
                </a:moveTo>
                <a:lnTo>
                  <a:pt x="593511" y="0"/>
                </a:lnTo>
                <a:lnTo>
                  <a:pt x="593511" y="593511"/>
                </a:lnTo>
                <a:lnTo>
                  <a:pt x="0" y="593511"/>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34" name="Freeform 34"/>
          <p:cNvSpPr/>
          <p:nvPr/>
        </p:nvSpPr>
        <p:spPr>
          <a:xfrm>
            <a:off x="3631311" y="5714619"/>
            <a:ext cx="599849" cy="719459"/>
          </a:xfrm>
          <a:custGeom>
            <a:avLst/>
            <a:gdLst/>
            <a:ahLst/>
            <a:cxnLst/>
            <a:rect l="l" t="t" r="r" b="b"/>
            <a:pathLst>
              <a:path w="599849" h="719459">
                <a:moveTo>
                  <a:pt x="0" y="0"/>
                </a:moveTo>
                <a:lnTo>
                  <a:pt x="599849" y="0"/>
                </a:lnTo>
                <a:lnTo>
                  <a:pt x="599849" y="719458"/>
                </a:lnTo>
                <a:lnTo>
                  <a:pt x="0" y="71945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35" name="Freeform 35"/>
          <p:cNvSpPr/>
          <p:nvPr/>
        </p:nvSpPr>
        <p:spPr>
          <a:xfrm rot="-108064" flipH="1">
            <a:off x="3481230" y="6754325"/>
            <a:ext cx="683232" cy="448371"/>
          </a:xfrm>
          <a:custGeom>
            <a:avLst/>
            <a:gdLst/>
            <a:ahLst/>
            <a:cxnLst/>
            <a:rect l="l" t="t" r="r" b="b"/>
            <a:pathLst>
              <a:path w="683232" h="448371">
                <a:moveTo>
                  <a:pt x="683232" y="0"/>
                </a:moveTo>
                <a:lnTo>
                  <a:pt x="0" y="0"/>
                </a:lnTo>
                <a:lnTo>
                  <a:pt x="0" y="448371"/>
                </a:lnTo>
                <a:lnTo>
                  <a:pt x="683232" y="448371"/>
                </a:lnTo>
                <a:lnTo>
                  <a:pt x="683232"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36" name="Freeform 36"/>
          <p:cNvSpPr/>
          <p:nvPr/>
        </p:nvSpPr>
        <p:spPr>
          <a:xfrm>
            <a:off x="9524674" y="6569762"/>
            <a:ext cx="599849" cy="719459"/>
          </a:xfrm>
          <a:custGeom>
            <a:avLst/>
            <a:gdLst/>
            <a:ahLst/>
            <a:cxnLst/>
            <a:rect l="l" t="t" r="r" b="b"/>
            <a:pathLst>
              <a:path w="599849" h="719459">
                <a:moveTo>
                  <a:pt x="0" y="0"/>
                </a:moveTo>
                <a:lnTo>
                  <a:pt x="599848" y="0"/>
                </a:lnTo>
                <a:lnTo>
                  <a:pt x="599848" y="719459"/>
                </a:lnTo>
                <a:lnTo>
                  <a:pt x="0" y="71945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37" name="Freeform 37"/>
          <p:cNvSpPr/>
          <p:nvPr/>
        </p:nvSpPr>
        <p:spPr>
          <a:xfrm>
            <a:off x="3672051" y="7527647"/>
            <a:ext cx="518369" cy="563445"/>
          </a:xfrm>
          <a:custGeom>
            <a:avLst/>
            <a:gdLst/>
            <a:ahLst/>
            <a:cxnLst/>
            <a:rect l="l" t="t" r="r" b="b"/>
            <a:pathLst>
              <a:path w="518369" h="563445">
                <a:moveTo>
                  <a:pt x="0" y="0"/>
                </a:moveTo>
                <a:lnTo>
                  <a:pt x="518369" y="0"/>
                </a:lnTo>
                <a:lnTo>
                  <a:pt x="518369" y="563445"/>
                </a:lnTo>
                <a:lnTo>
                  <a:pt x="0" y="563445"/>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38" name="TextBox 38"/>
          <p:cNvSpPr txBox="1"/>
          <p:nvPr/>
        </p:nvSpPr>
        <p:spPr>
          <a:xfrm>
            <a:off x="7089380" y="820989"/>
            <a:ext cx="2092196" cy="1207966"/>
          </a:xfrm>
          <a:prstGeom prst="rect">
            <a:avLst/>
          </a:prstGeom>
        </p:spPr>
        <p:txBody>
          <a:bodyPr wrap="square" lIns="0" tIns="0" rIns="0" bIns="0" rtlCol="0" anchor="t">
            <a:spAutoFit/>
          </a:bodyPr>
          <a:lstStyle/>
          <a:p>
            <a:pPr marL="0" lvl="0" indent="0" algn="ctr">
              <a:lnSpc>
                <a:spcPts val="9913"/>
              </a:lnSpc>
              <a:spcBef>
                <a:spcPct val="0"/>
              </a:spcBef>
            </a:pPr>
            <a:r>
              <a:rPr lang="en-US" sz="7080" dirty="0">
                <a:solidFill>
                  <a:srgbClr val="0F4F36"/>
                </a:solidFill>
                <a:latin typeface="Anton"/>
                <a:ea typeface="Anton"/>
                <a:cs typeface="Anton"/>
                <a:sym typeface="Anton"/>
              </a:rPr>
              <a:t>MAY</a:t>
            </a:r>
          </a:p>
        </p:txBody>
      </p:sp>
      <p:sp>
        <p:nvSpPr>
          <p:cNvPr id="39" name="TextBox 39"/>
          <p:cNvSpPr txBox="1"/>
          <p:nvPr/>
        </p:nvSpPr>
        <p:spPr>
          <a:xfrm>
            <a:off x="8663922" y="829676"/>
            <a:ext cx="2662055" cy="1895475"/>
          </a:xfrm>
          <a:prstGeom prst="rect">
            <a:avLst/>
          </a:prstGeom>
        </p:spPr>
        <p:txBody>
          <a:bodyPr lIns="0" tIns="0" rIns="0" bIns="0" rtlCol="0" anchor="t">
            <a:spAutoFit/>
          </a:bodyPr>
          <a:lstStyle/>
          <a:p>
            <a:pPr marL="0" lvl="0" indent="0" algn="ctr">
              <a:lnSpc>
                <a:spcPts val="10500"/>
              </a:lnSpc>
              <a:spcBef>
                <a:spcPct val="0"/>
              </a:spcBef>
            </a:pPr>
            <a:r>
              <a:rPr lang="en-US" sz="7500" u="none" strike="noStrike">
                <a:solidFill>
                  <a:srgbClr val="0F4F36"/>
                </a:solidFill>
                <a:latin typeface="Badr"/>
                <a:ea typeface="Badr"/>
                <a:cs typeface="Badr"/>
                <a:sym typeface="Badr"/>
              </a:rPr>
              <a:t>2026</a:t>
            </a:r>
          </a:p>
        </p:txBody>
      </p:sp>
      <p:sp>
        <p:nvSpPr>
          <p:cNvPr id="40" name="Freeform 40"/>
          <p:cNvSpPr/>
          <p:nvPr/>
        </p:nvSpPr>
        <p:spPr>
          <a:xfrm>
            <a:off x="9413760" y="7433550"/>
            <a:ext cx="672662" cy="673504"/>
          </a:xfrm>
          <a:custGeom>
            <a:avLst/>
            <a:gdLst/>
            <a:ahLst/>
            <a:cxnLst/>
            <a:rect l="l" t="t" r="r" b="b"/>
            <a:pathLst>
              <a:path w="672662" h="673504">
                <a:moveTo>
                  <a:pt x="0" y="0"/>
                </a:moveTo>
                <a:lnTo>
                  <a:pt x="672662" y="0"/>
                </a:lnTo>
                <a:lnTo>
                  <a:pt x="672662" y="673504"/>
                </a:lnTo>
                <a:lnTo>
                  <a:pt x="0" y="67350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41" name="Freeform 41"/>
          <p:cNvSpPr/>
          <p:nvPr/>
        </p:nvSpPr>
        <p:spPr>
          <a:xfrm>
            <a:off x="13270330" y="8234752"/>
            <a:ext cx="599849" cy="719459"/>
          </a:xfrm>
          <a:custGeom>
            <a:avLst/>
            <a:gdLst/>
            <a:ahLst/>
            <a:cxnLst/>
            <a:rect l="l" t="t" r="r" b="b"/>
            <a:pathLst>
              <a:path w="599849" h="719459">
                <a:moveTo>
                  <a:pt x="0" y="0"/>
                </a:moveTo>
                <a:lnTo>
                  <a:pt x="599849" y="0"/>
                </a:lnTo>
                <a:lnTo>
                  <a:pt x="599849" y="719459"/>
                </a:lnTo>
                <a:lnTo>
                  <a:pt x="0" y="71945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42" name="Freeform 42"/>
          <p:cNvSpPr/>
          <p:nvPr/>
        </p:nvSpPr>
        <p:spPr>
          <a:xfrm rot="-108064" flipH="1">
            <a:off x="1651721" y="8407662"/>
            <a:ext cx="683232" cy="448371"/>
          </a:xfrm>
          <a:custGeom>
            <a:avLst/>
            <a:gdLst/>
            <a:ahLst/>
            <a:cxnLst/>
            <a:rect l="l" t="t" r="r" b="b"/>
            <a:pathLst>
              <a:path w="683232" h="448371">
                <a:moveTo>
                  <a:pt x="683232" y="0"/>
                </a:moveTo>
                <a:lnTo>
                  <a:pt x="0" y="0"/>
                </a:lnTo>
                <a:lnTo>
                  <a:pt x="0" y="448371"/>
                </a:lnTo>
                <a:lnTo>
                  <a:pt x="683232" y="448371"/>
                </a:lnTo>
                <a:lnTo>
                  <a:pt x="683232"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43" name="Freeform 43"/>
          <p:cNvSpPr/>
          <p:nvPr/>
        </p:nvSpPr>
        <p:spPr>
          <a:xfrm>
            <a:off x="15360916" y="8679723"/>
            <a:ext cx="757046" cy="757046"/>
          </a:xfrm>
          <a:custGeom>
            <a:avLst/>
            <a:gdLst/>
            <a:ahLst/>
            <a:cxnLst/>
            <a:rect l="l" t="t" r="r" b="b"/>
            <a:pathLst>
              <a:path w="757046" h="757046">
                <a:moveTo>
                  <a:pt x="0" y="0"/>
                </a:moveTo>
                <a:lnTo>
                  <a:pt x="757047" y="0"/>
                </a:lnTo>
                <a:lnTo>
                  <a:pt x="757047" y="757046"/>
                </a:lnTo>
                <a:lnTo>
                  <a:pt x="0" y="757046"/>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44" name="Freeform 44"/>
          <p:cNvSpPr/>
          <p:nvPr/>
        </p:nvSpPr>
        <p:spPr>
          <a:xfrm>
            <a:off x="7546242" y="8366404"/>
            <a:ext cx="589236" cy="545779"/>
          </a:xfrm>
          <a:custGeom>
            <a:avLst/>
            <a:gdLst/>
            <a:ahLst/>
            <a:cxnLst/>
            <a:rect l="l" t="t" r="r" b="b"/>
            <a:pathLst>
              <a:path w="589236" h="545779">
                <a:moveTo>
                  <a:pt x="0" y="0"/>
                </a:moveTo>
                <a:lnTo>
                  <a:pt x="589236" y="0"/>
                </a:lnTo>
                <a:lnTo>
                  <a:pt x="589236" y="545780"/>
                </a:lnTo>
                <a:lnTo>
                  <a:pt x="0" y="545780"/>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grpSp>
        <p:nvGrpSpPr>
          <p:cNvPr id="46" name="Group 46"/>
          <p:cNvGrpSpPr/>
          <p:nvPr/>
        </p:nvGrpSpPr>
        <p:grpSpPr>
          <a:xfrm>
            <a:off x="16074948" y="5256648"/>
            <a:ext cx="1893585" cy="2014944"/>
            <a:chOff x="-21437" y="-206377"/>
            <a:chExt cx="498722" cy="530686"/>
          </a:xfrm>
        </p:grpSpPr>
        <p:sp>
          <p:nvSpPr>
            <p:cNvPr id="47" name="Freeform 47"/>
            <p:cNvSpPr/>
            <p:nvPr/>
          </p:nvSpPr>
          <p:spPr>
            <a:xfrm>
              <a:off x="0" y="0"/>
              <a:ext cx="477285" cy="225886"/>
            </a:xfrm>
            <a:custGeom>
              <a:avLst/>
              <a:gdLst/>
              <a:ahLst/>
              <a:cxnLst/>
              <a:rect l="l" t="t" r="r" b="b"/>
              <a:pathLst>
                <a:path w="477285" h="225886">
                  <a:moveTo>
                    <a:pt x="0" y="0"/>
                  </a:moveTo>
                  <a:lnTo>
                    <a:pt x="477285" y="0"/>
                  </a:lnTo>
                  <a:lnTo>
                    <a:pt x="477285" y="225886"/>
                  </a:lnTo>
                  <a:lnTo>
                    <a:pt x="0" y="225886"/>
                  </a:lnTo>
                  <a:close/>
                </a:path>
              </a:pathLst>
            </a:custGeom>
            <a:solidFill>
              <a:srgbClr val="E5EEB9"/>
            </a:solidFill>
          </p:spPr>
        </p:sp>
        <p:sp>
          <p:nvSpPr>
            <p:cNvPr id="48" name="TextBox 48"/>
            <p:cNvSpPr txBox="1"/>
            <p:nvPr/>
          </p:nvSpPr>
          <p:spPr>
            <a:xfrm>
              <a:off x="-21437" y="-206377"/>
              <a:ext cx="477285" cy="530686"/>
            </a:xfrm>
            <a:prstGeom prst="rect">
              <a:avLst/>
            </a:prstGeom>
          </p:spPr>
          <p:txBody>
            <a:bodyPr lIns="50800" tIns="50800" rIns="50800" bIns="50800" rtlCol="0" anchor="ctr"/>
            <a:lstStyle/>
            <a:p>
              <a:pPr algn="ctr">
                <a:lnSpc>
                  <a:spcPts val="4200"/>
                </a:lnSpc>
              </a:pPr>
              <a:r>
                <a:rPr lang="en-US" sz="3000" b="1" dirty="0">
                  <a:solidFill>
                    <a:srgbClr val="000000"/>
                  </a:solidFill>
                  <a:latin typeface="Badr Bold"/>
                  <a:ea typeface="Badr Bold"/>
                  <a:cs typeface="Badr Bold"/>
                  <a:sym typeface="Badr Bold"/>
                </a:rPr>
                <a:t>Inspiration</a:t>
              </a:r>
            </a:p>
          </p:txBody>
        </p:sp>
      </p:grpSp>
      <p:sp>
        <p:nvSpPr>
          <p:cNvPr id="45" name="Freeform 45"/>
          <p:cNvSpPr/>
          <p:nvPr/>
        </p:nvSpPr>
        <p:spPr>
          <a:xfrm>
            <a:off x="17352959" y="6342120"/>
            <a:ext cx="642211" cy="503276"/>
          </a:xfrm>
          <a:custGeom>
            <a:avLst/>
            <a:gdLst/>
            <a:ahLst/>
            <a:cxnLst/>
            <a:rect l="l" t="t" r="r" b="b"/>
            <a:pathLst>
              <a:path w="912282" h="991611">
                <a:moveTo>
                  <a:pt x="0" y="0"/>
                </a:moveTo>
                <a:lnTo>
                  <a:pt x="912283" y="0"/>
                </a:lnTo>
                <a:lnTo>
                  <a:pt x="912283" y="991612"/>
                </a:lnTo>
                <a:lnTo>
                  <a:pt x="0" y="991612"/>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528532" flipH="1">
            <a:off x="-2101367" y="-999340"/>
            <a:ext cx="9285265" cy="3075157"/>
          </a:xfrm>
          <a:custGeom>
            <a:avLst/>
            <a:gdLst/>
            <a:ahLst/>
            <a:cxnLst/>
            <a:rect l="l" t="t" r="r" b="b"/>
            <a:pathLst>
              <a:path w="9285265" h="3075157">
                <a:moveTo>
                  <a:pt x="9285265" y="0"/>
                </a:moveTo>
                <a:lnTo>
                  <a:pt x="0" y="0"/>
                </a:lnTo>
                <a:lnTo>
                  <a:pt x="0" y="3075157"/>
                </a:lnTo>
                <a:lnTo>
                  <a:pt x="9285265" y="3075157"/>
                </a:lnTo>
                <a:lnTo>
                  <a:pt x="9285265"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1186442">
            <a:off x="10607614" y="-1296238"/>
            <a:ext cx="9285265" cy="3075157"/>
          </a:xfrm>
          <a:custGeom>
            <a:avLst/>
            <a:gdLst/>
            <a:ahLst/>
            <a:cxnLst/>
            <a:rect l="l" t="t" r="r" b="b"/>
            <a:pathLst>
              <a:path w="9285265" h="3075157">
                <a:moveTo>
                  <a:pt x="0" y="0"/>
                </a:moveTo>
                <a:lnTo>
                  <a:pt x="9285265" y="0"/>
                </a:lnTo>
                <a:lnTo>
                  <a:pt x="9285265" y="3075157"/>
                </a:lnTo>
                <a:lnTo>
                  <a:pt x="0" y="307515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806695" y="1302440"/>
            <a:ext cx="14674609" cy="8492268"/>
          </a:xfrm>
          <a:custGeom>
            <a:avLst/>
            <a:gdLst/>
            <a:ahLst/>
            <a:cxnLst/>
            <a:rect l="l" t="t" r="r" b="b"/>
            <a:pathLst>
              <a:path w="14674609" h="8492268">
                <a:moveTo>
                  <a:pt x="0" y="0"/>
                </a:moveTo>
                <a:lnTo>
                  <a:pt x="14674610" y="0"/>
                </a:lnTo>
                <a:lnTo>
                  <a:pt x="14674610" y="8492268"/>
                </a:lnTo>
                <a:lnTo>
                  <a:pt x="0" y="8492268"/>
                </a:lnTo>
                <a:lnTo>
                  <a:pt x="0" y="0"/>
                </a:lnTo>
                <a:close/>
              </a:path>
            </a:pathLst>
          </a:custGeom>
          <a:blipFill>
            <a:blip r:embed="rId4"/>
            <a:stretch>
              <a:fillRect l="-15113" t="-11669" r="-13345" b="-12224"/>
            </a:stretch>
          </a:blipFill>
        </p:spPr>
      </p:sp>
      <p:sp>
        <p:nvSpPr>
          <p:cNvPr id="5" name="Freeform 5"/>
          <p:cNvSpPr/>
          <p:nvPr/>
        </p:nvSpPr>
        <p:spPr>
          <a:xfrm>
            <a:off x="-250662" y="-198827"/>
            <a:ext cx="3002535" cy="3002535"/>
          </a:xfrm>
          <a:custGeom>
            <a:avLst/>
            <a:gdLst/>
            <a:ahLst/>
            <a:cxnLst/>
            <a:rect l="l" t="t" r="r" b="b"/>
            <a:pathLst>
              <a:path w="3002535" h="3002535">
                <a:moveTo>
                  <a:pt x="0" y="0"/>
                </a:moveTo>
                <a:lnTo>
                  <a:pt x="3002535" y="0"/>
                </a:lnTo>
                <a:lnTo>
                  <a:pt x="3002535" y="3002535"/>
                </a:lnTo>
                <a:lnTo>
                  <a:pt x="0" y="3002535"/>
                </a:lnTo>
                <a:lnTo>
                  <a:pt x="0" y="0"/>
                </a:lnTo>
                <a:close/>
              </a:path>
            </a:pathLst>
          </a:custGeom>
          <a:blipFill>
            <a:blip r:embed="rId5"/>
            <a:stretch>
              <a:fillRect/>
            </a:stretch>
          </a:blipFill>
        </p:spPr>
      </p:sp>
      <p:sp>
        <p:nvSpPr>
          <p:cNvPr id="6" name="TextBox 6"/>
          <p:cNvSpPr txBox="1"/>
          <p:nvPr/>
        </p:nvSpPr>
        <p:spPr>
          <a:xfrm>
            <a:off x="7393842" y="107991"/>
            <a:ext cx="1750158" cy="1207966"/>
          </a:xfrm>
          <a:prstGeom prst="rect">
            <a:avLst/>
          </a:prstGeom>
        </p:spPr>
        <p:txBody>
          <a:bodyPr wrap="square" lIns="0" tIns="0" rIns="0" bIns="0" rtlCol="0" anchor="t">
            <a:spAutoFit/>
          </a:bodyPr>
          <a:lstStyle/>
          <a:p>
            <a:pPr marL="0" lvl="0" indent="0" algn="ctr">
              <a:lnSpc>
                <a:spcPts val="9913"/>
              </a:lnSpc>
              <a:spcBef>
                <a:spcPct val="0"/>
              </a:spcBef>
            </a:pPr>
            <a:r>
              <a:rPr lang="en-US" sz="7080" dirty="0">
                <a:solidFill>
                  <a:srgbClr val="0F4F36"/>
                </a:solidFill>
                <a:latin typeface="Anton"/>
                <a:ea typeface="Anton"/>
                <a:cs typeface="Anton"/>
                <a:sym typeface="Anton"/>
              </a:rPr>
              <a:t>MAY</a:t>
            </a:r>
          </a:p>
        </p:txBody>
      </p:sp>
      <p:sp>
        <p:nvSpPr>
          <p:cNvPr id="7" name="TextBox 7"/>
          <p:cNvSpPr txBox="1"/>
          <p:nvPr/>
        </p:nvSpPr>
        <p:spPr>
          <a:xfrm>
            <a:off x="8611033" y="107991"/>
            <a:ext cx="2662055" cy="1895475"/>
          </a:xfrm>
          <a:prstGeom prst="rect">
            <a:avLst/>
          </a:prstGeom>
        </p:spPr>
        <p:txBody>
          <a:bodyPr lIns="0" tIns="0" rIns="0" bIns="0" rtlCol="0" anchor="t">
            <a:spAutoFit/>
          </a:bodyPr>
          <a:lstStyle/>
          <a:p>
            <a:pPr marL="0" lvl="0" indent="0" algn="ctr">
              <a:lnSpc>
                <a:spcPts val="10500"/>
              </a:lnSpc>
              <a:spcBef>
                <a:spcPct val="0"/>
              </a:spcBef>
            </a:pPr>
            <a:r>
              <a:rPr lang="en-US" sz="7500" u="none" strike="noStrike" dirty="0">
                <a:solidFill>
                  <a:srgbClr val="0F4F36"/>
                </a:solidFill>
                <a:latin typeface="Badr"/>
                <a:ea typeface="Badr"/>
                <a:cs typeface="Badr"/>
                <a:sym typeface="Badr"/>
              </a:rPr>
              <a:t>2026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780157" y="-20457"/>
            <a:ext cx="3515810" cy="5143500"/>
          </a:xfrm>
          <a:custGeom>
            <a:avLst/>
            <a:gdLst/>
            <a:ahLst/>
            <a:cxnLst/>
            <a:rect l="l" t="t" r="r" b="b"/>
            <a:pathLst>
              <a:path w="3515810" h="5143500">
                <a:moveTo>
                  <a:pt x="3515810" y="0"/>
                </a:moveTo>
                <a:lnTo>
                  <a:pt x="0" y="0"/>
                </a:lnTo>
                <a:lnTo>
                  <a:pt x="0" y="5143500"/>
                </a:lnTo>
                <a:lnTo>
                  <a:pt x="3515810" y="5143500"/>
                </a:lnTo>
                <a:lnTo>
                  <a:pt x="351581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flipV="1">
            <a:off x="-780157" y="5570718"/>
            <a:ext cx="3617714" cy="5292582"/>
          </a:xfrm>
          <a:custGeom>
            <a:avLst/>
            <a:gdLst/>
            <a:ahLst/>
            <a:cxnLst/>
            <a:rect l="l" t="t" r="r" b="b"/>
            <a:pathLst>
              <a:path w="3617714" h="5292582">
                <a:moveTo>
                  <a:pt x="3617714" y="5292582"/>
                </a:moveTo>
                <a:lnTo>
                  <a:pt x="0" y="5292582"/>
                </a:lnTo>
                <a:lnTo>
                  <a:pt x="0" y="0"/>
                </a:lnTo>
                <a:lnTo>
                  <a:pt x="3617714" y="0"/>
                </a:lnTo>
                <a:lnTo>
                  <a:pt x="3617714" y="5292582"/>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5450443" y="-298378"/>
            <a:ext cx="3515810" cy="5143500"/>
          </a:xfrm>
          <a:custGeom>
            <a:avLst/>
            <a:gdLst/>
            <a:ahLst/>
            <a:cxnLst/>
            <a:rect l="l" t="t" r="r" b="b"/>
            <a:pathLst>
              <a:path w="3515810" h="5143500">
                <a:moveTo>
                  <a:pt x="0" y="0"/>
                </a:moveTo>
                <a:lnTo>
                  <a:pt x="3515810" y="0"/>
                </a:lnTo>
                <a:lnTo>
                  <a:pt x="3515810" y="5143500"/>
                </a:lnTo>
                <a:lnTo>
                  <a:pt x="0" y="51435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flipV="1">
            <a:off x="15450443" y="5292797"/>
            <a:ext cx="3617714" cy="5292582"/>
          </a:xfrm>
          <a:custGeom>
            <a:avLst/>
            <a:gdLst/>
            <a:ahLst/>
            <a:cxnLst/>
            <a:rect l="l" t="t" r="r" b="b"/>
            <a:pathLst>
              <a:path w="3617714" h="5292582">
                <a:moveTo>
                  <a:pt x="0" y="5292581"/>
                </a:moveTo>
                <a:lnTo>
                  <a:pt x="3617714" y="5292581"/>
                </a:lnTo>
                <a:lnTo>
                  <a:pt x="3617714" y="0"/>
                </a:lnTo>
                <a:lnTo>
                  <a:pt x="0" y="0"/>
                </a:lnTo>
                <a:lnTo>
                  <a:pt x="0" y="5292581"/>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250662" y="-198827"/>
            <a:ext cx="3002535" cy="3002535"/>
          </a:xfrm>
          <a:custGeom>
            <a:avLst/>
            <a:gdLst/>
            <a:ahLst/>
            <a:cxnLst/>
            <a:rect l="l" t="t" r="r" b="b"/>
            <a:pathLst>
              <a:path w="3002535" h="3002535">
                <a:moveTo>
                  <a:pt x="0" y="0"/>
                </a:moveTo>
                <a:lnTo>
                  <a:pt x="3002535" y="0"/>
                </a:lnTo>
                <a:lnTo>
                  <a:pt x="3002535" y="3002535"/>
                </a:lnTo>
                <a:lnTo>
                  <a:pt x="0" y="3002535"/>
                </a:lnTo>
                <a:lnTo>
                  <a:pt x="0" y="0"/>
                </a:lnTo>
                <a:close/>
              </a:path>
            </a:pathLst>
          </a:custGeom>
          <a:blipFill>
            <a:blip r:embed="rId4"/>
            <a:stretch>
              <a:fillRect/>
            </a:stretch>
          </a:blipFill>
        </p:spPr>
      </p:sp>
      <p:sp>
        <p:nvSpPr>
          <p:cNvPr id="7" name="Freeform 7"/>
          <p:cNvSpPr/>
          <p:nvPr/>
        </p:nvSpPr>
        <p:spPr>
          <a:xfrm>
            <a:off x="10628391" y="3181881"/>
            <a:ext cx="3897382" cy="6427512"/>
          </a:xfrm>
          <a:custGeom>
            <a:avLst/>
            <a:gdLst/>
            <a:ahLst/>
            <a:cxnLst/>
            <a:rect l="l" t="t" r="r" b="b"/>
            <a:pathLst>
              <a:path w="3897382" h="6427512">
                <a:moveTo>
                  <a:pt x="0" y="0"/>
                </a:moveTo>
                <a:lnTo>
                  <a:pt x="3897382" y="0"/>
                </a:lnTo>
                <a:lnTo>
                  <a:pt x="3897382" y="6427511"/>
                </a:lnTo>
                <a:lnTo>
                  <a:pt x="0" y="6427511"/>
                </a:lnTo>
                <a:lnTo>
                  <a:pt x="0" y="0"/>
                </a:lnTo>
                <a:close/>
              </a:path>
            </a:pathLst>
          </a:custGeom>
          <a:blipFill>
            <a:blip r:embed="rId5"/>
            <a:stretch>
              <a:fillRect t="-12516" b="-18943"/>
            </a:stretch>
          </a:blipFill>
        </p:spPr>
      </p:sp>
      <p:sp>
        <p:nvSpPr>
          <p:cNvPr id="8" name="TextBox 8"/>
          <p:cNvSpPr txBox="1"/>
          <p:nvPr/>
        </p:nvSpPr>
        <p:spPr>
          <a:xfrm>
            <a:off x="4143157" y="790144"/>
            <a:ext cx="10443619" cy="2391737"/>
          </a:xfrm>
          <a:prstGeom prst="rect">
            <a:avLst/>
          </a:prstGeom>
        </p:spPr>
        <p:txBody>
          <a:bodyPr lIns="0" tIns="0" rIns="0" bIns="0" rtlCol="0" anchor="t">
            <a:spAutoFit/>
          </a:bodyPr>
          <a:lstStyle/>
          <a:p>
            <a:pPr marL="0" lvl="0" indent="0" algn="ctr">
              <a:lnSpc>
                <a:spcPts val="19433"/>
              </a:lnSpc>
              <a:spcBef>
                <a:spcPct val="0"/>
              </a:spcBef>
            </a:pPr>
            <a:r>
              <a:rPr lang="en-US" sz="13881">
                <a:solidFill>
                  <a:srgbClr val="0F4F36"/>
                </a:solidFill>
                <a:latin typeface="Anton"/>
                <a:ea typeface="Anton"/>
                <a:cs typeface="Anton"/>
                <a:sym typeface="Anton"/>
              </a:rPr>
              <a:t>Social Account</a:t>
            </a:r>
          </a:p>
        </p:txBody>
      </p:sp>
      <p:sp>
        <p:nvSpPr>
          <p:cNvPr id="9" name="TextBox 9"/>
          <p:cNvSpPr txBox="1"/>
          <p:nvPr/>
        </p:nvSpPr>
        <p:spPr>
          <a:xfrm>
            <a:off x="4143157" y="2698617"/>
            <a:ext cx="5850434" cy="1755775"/>
          </a:xfrm>
          <a:prstGeom prst="rect">
            <a:avLst/>
          </a:prstGeom>
        </p:spPr>
        <p:txBody>
          <a:bodyPr lIns="0" tIns="0" rIns="0" bIns="0" rtlCol="0" anchor="t">
            <a:spAutoFit/>
          </a:bodyPr>
          <a:lstStyle/>
          <a:p>
            <a:pPr algn="ctr">
              <a:lnSpc>
                <a:spcPts val="9799"/>
              </a:lnSpc>
            </a:pPr>
            <a:r>
              <a:rPr lang="en-US" sz="6999" b="1">
                <a:solidFill>
                  <a:srgbClr val="000000"/>
                </a:solidFill>
                <a:latin typeface="Badr Bold"/>
                <a:ea typeface="Badr Bold"/>
                <a:cs typeface="Badr Bold"/>
                <a:sym typeface="Badr Bold"/>
              </a:rPr>
              <a:t>Facebook Account</a:t>
            </a:r>
          </a:p>
        </p:txBody>
      </p:sp>
      <p:pic>
        <p:nvPicPr>
          <p:cNvPr id="10" name="Picture 10"/>
          <p:cNvPicPr>
            <a:picLocks noChangeAspect="1"/>
          </p:cNvPicPr>
          <p:nvPr/>
        </p:nvPicPr>
        <p:blipFill>
          <a:blip r:embed="rId6"/>
          <a:stretch>
            <a:fillRect/>
          </a:stretch>
        </p:blipFill>
        <p:spPr>
          <a:xfrm>
            <a:off x="4153795" y="3968629"/>
            <a:ext cx="5829157" cy="5829157"/>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780157" y="-20457"/>
            <a:ext cx="3515810" cy="5143500"/>
          </a:xfrm>
          <a:custGeom>
            <a:avLst/>
            <a:gdLst/>
            <a:ahLst/>
            <a:cxnLst/>
            <a:rect l="l" t="t" r="r" b="b"/>
            <a:pathLst>
              <a:path w="3515810" h="5143500">
                <a:moveTo>
                  <a:pt x="3515810" y="0"/>
                </a:moveTo>
                <a:lnTo>
                  <a:pt x="0" y="0"/>
                </a:lnTo>
                <a:lnTo>
                  <a:pt x="0" y="5143500"/>
                </a:lnTo>
                <a:lnTo>
                  <a:pt x="3515810" y="5143500"/>
                </a:lnTo>
                <a:lnTo>
                  <a:pt x="351581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flipV="1">
            <a:off x="-780157" y="5570718"/>
            <a:ext cx="3617714" cy="5292582"/>
          </a:xfrm>
          <a:custGeom>
            <a:avLst/>
            <a:gdLst/>
            <a:ahLst/>
            <a:cxnLst/>
            <a:rect l="l" t="t" r="r" b="b"/>
            <a:pathLst>
              <a:path w="3617714" h="5292582">
                <a:moveTo>
                  <a:pt x="3617714" y="5292582"/>
                </a:moveTo>
                <a:lnTo>
                  <a:pt x="0" y="5292582"/>
                </a:lnTo>
                <a:lnTo>
                  <a:pt x="0" y="0"/>
                </a:lnTo>
                <a:lnTo>
                  <a:pt x="3617714" y="0"/>
                </a:lnTo>
                <a:lnTo>
                  <a:pt x="3617714" y="5292582"/>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5450443" y="-298378"/>
            <a:ext cx="3515810" cy="5143500"/>
          </a:xfrm>
          <a:custGeom>
            <a:avLst/>
            <a:gdLst/>
            <a:ahLst/>
            <a:cxnLst/>
            <a:rect l="l" t="t" r="r" b="b"/>
            <a:pathLst>
              <a:path w="3515810" h="5143500">
                <a:moveTo>
                  <a:pt x="0" y="0"/>
                </a:moveTo>
                <a:lnTo>
                  <a:pt x="3515810" y="0"/>
                </a:lnTo>
                <a:lnTo>
                  <a:pt x="3515810" y="5143500"/>
                </a:lnTo>
                <a:lnTo>
                  <a:pt x="0" y="51435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flipV="1">
            <a:off x="15450443" y="5292797"/>
            <a:ext cx="3617714" cy="5292582"/>
          </a:xfrm>
          <a:custGeom>
            <a:avLst/>
            <a:gdLst/>
            <a:ahLst/>
            <a:cxnLst/>
            <a:rect l="l" t="t" r="r" b="b"/>
            <a:pathLst>
              <a:path w="3617714" h="5292582">
                <a:moveTo>
                  <a:pt x="0" y="5292581"/>
                </a:moveTo>
                <a:lnTo>
                  <a:pt x="3617714" y="5292581"/>
                </a:lnTo>
                <a:lnTo>
                  <a:pt x="3617714" y="0"/>
                </a:lnTo>
                <a:lnTo>
                  <a:pt x="0" y="0"/>
                </a:lnTo>
                <a:lnTo>
                  <a:pt x="0" y="5292581"/>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250662" y="-198827"/>
            <a:ext cx="3002535" cy="3002535"/>
          </a:xfrm>
          <a:custGeom>
            <a:avLst/>
            <a:gdLst/>
            <a:ahLst/>
            <a:cxnLst/>
            <a:rect l="l" t="t" r="r" b="b"/>
            <a:pathLst>
              <a:path w="3002535" h="3002535">
                <a:moveTo>
                  <a:pt x="0" y="0"/>
                </a:moveTo>
                <a:lnTo>
                  <a:pt x="3002535" y="0"/>
                </a:lnTo>
                <a:lnTo>
                  <a:pt x="3002535" y="3002535"/>
                </a:lnTo>
                <a:lnTo>
                  <a:pt x="0" y="3002535"/>
                </a:lnTo>
                <a:lnTo>
                  <a:pt x="0" y="0"/>
                </a:lnTo>
                <a:close/>
              </a:path>
            </a:pathLst>
          </a:custGeom>
          <a:blipFill>
            <a:blip r:embed="rId4"/>
            <a:stretch>
              <a:fillRect/>
            </a:stretch>
          </a:blipFill>
        </p:spPr>
      </p:sp>
      <p:sp>
        <p:nvSpPr>
          <p:cNvPr id="7" name="Freeform 7"/>
          <p:cNvSpPr/>
          <p:nvPr/>
        </p:nvSpPr>
        <p:spPr>
          <a:xfrm>
            <a:off x="10225879" y="3181881"/>
            <a:ext cx="3651515" cy="6699854"/>
          </a:xfrm>
          <a:custGeom>
            <a:avLst/>
            <a:gdLst/>
            <a:ahLst/>
            <a:cxnLst/>
            <a:rect l="l" t="t" r="r" b="b"/>
            <a:pathLst>
              <a:path w="3651515" h="6699854">
                <a:moveTo>
                  <a:pt x="0" y="0"/>
                </a:moveTo>
                <a:lnTo>
                  <a:pt x="3651515" y="0"/>
                </a:lnTo>
                <a:lnTo>
                  <a:pt x="3651515" y="6699854"/>
                </a:lnTo>
                <a:lnTo>
                  <a:pt x="0" y="6699854"/>
                </a:lnTo>
                <a:lnTo>
                  <a:pt x="0" y="0"/>
                </a:lnTo>
                <a:close/>
              </a:path>
            </a:pathLst>
          </a:custGeom>
          <a:blipFill>
            <a:blip r:embed="rId5"/>
            <a:stretch>
              <a:fillRect t="-4445" b="-16669"/>
            </a:stretch>
          </a:blipFill>
        </p:spPr>
      </p:sp>
      <p:sp>
        <p:nvSpPr>
          <p:cNvPr id="8" name="TextBox 8"/>
          <p:cNvSpPr txBox="1"/>
          <p:nvPr/>
        </p:nvSpPr>
        <p:spPr>
          <a:xfrm>
            <a:off x="4143157" y="790144"/>
            <a:ext cx="10443619" cy="2391737"/>
          </a:xfrm>
          <a:prstGeom prst="rect">
            <a:avLst/>
          </a:prstGeom>
        </p:spPr>
        <p:txBody>
          <a:bodyPr lIns="0" tIns="0" rIns="0" bIns="0" rtlCol="0" anchor="t">
            <a:spAutoFit/>
          </a:bodyPr>
          <a:lstStyle/>
          <a:p>
            <a:pPr marL="0" lvl="0" indent="0" algn="ctr">
              <a:lnSpc>
                <a:spcPts val="19433"/>
              </a:lnSpc>
              <a:spcBef>
                <a:spcPct val="0"/>
              </a:spcBef>
            </a:pPr>
            <a:r>
              <a:rPr lang="en-US" sz="13881">
                <a:solidFill>
                  <a:srgbClr val="0F4F36"/>
                </a:solidFill>
                <a:latin typeface="Anton"/>
                <a:ea typeface="Anton"/>
                <a:cs typeface="Anton"/>
                <a:sym typeface="Anton"/>
              </a:rPr>
              <a:t>Social Account</a:t>
            </a:r>
          </a:p>
        </p:txBody>
      </p:sp>
      <p:sp>
        <p:nvSpPr>
          <p:cNvPr id="9" name="TextBox 9"/>
          <p:cNvSpPr txBox="1"/>
          <p:nvPr/>
        </p:nvSpPr>
        <p:spPr>
          <a:xfrm>
            <a:off x="4362026" y="3089347"/>
            <a:ext cx="5000185" cy="1256754"/>
          </a:xfrm>
          <a:prstGeom prst="rect">
            <a:avLst/>
          </a:prstGeom>
        </p:spPr>
        <p:txBody>
          <a:bodyPr wrap="square" lIns="0" tIns="0" rIns="0" bIns="0" rtlCol="0" anchor="t">
            <a:spAutoFit/>
          </a:bodyPr>
          <a:lstStyle/>
          <a:p>
            <a:pPr algn="ctr">
              <a:lnSpc>
                <a:spcPts val="9799"/>
              </a:lnSpc>
            </a:pPr>
            <a:r>
              <a:rPr lang="en-US" sz="6999" b="1" dirty="0">
                <a:solidFill>
                  <a:srgbClr val="000000"/>
                </a:solidFill>
                <a:latin typeface="Badr Bold"/>
                <a:ea typeface="Badr Bold"/>
                <a:cs typeface="Badr Bold"/>
                <a:sym typeface="Badr Bold"/>
              </a:rPr>
              <a:t>Facebook page</a:t>
            </a:r>
          </a:p>
        </p:txBody>
      </p:sp>
      <p:pic>
        <p:nvPicPr>
          <p:cNvPr id="10" name="Picture 10"/>
          <p:cNvPicPr>
            <a:picLocks noChangeAspect="1"/>
          </p:cNvPicPr>
          <p:nvPr/>
        </p:nvPicPr>
        <p:blipFill>
          <a:blip r:embed="rId6"/>
          <a:stretch>
            <a:fillRect/>
          </a:stretch>
        </p:blipFill>
        <p:spPr>
          <a:xfrm>
            <a:off x="3868495" y="4346101"/>
            <a:ext cx="5987245" cy="598724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780157" y="-20457"/>
            <a:ext cx="3515810" cy="5143500"/>
          </a:xfrm>
          <a:custGeom>
            <a:avLst/>
            <a:gdLst/>
            <a:ahLst/>
            <a:cxnLst/>
            <a:rect l="l" t="t" r="r" b="b"/>
            <a:pathLst>
              <a:path w="3515810" h="5143500">
                <a:moveTo>
                  <a:pt x="3515810" y="0"/>
                </a:moveTo>
                <a:lnTo>
                  <a:pt x="0" y="0"/>
                </a:lnTo>
                <a:lnTo>
                  <a:pt x="0" y="5143500"/>
                </a:lnTo>
                <a:lnTo>
                  <a:pt x="3515810" y="5143500"/>
                </a:lnTo>
                <a:lnTo>
                  <a:pt x="351581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flipV="1">
            <a:off x="-780157" y="5570718"/>
            <a:ext cx="3617714" cy="5292582"/>
          </a:xfrm>
          <a:custGeom>
            <a:avLst/>
            <a:gdLst/>
            <a:ahLst/>
            <a:cxnLst/>
            <a:rect l="l" t="t" r="r" b="b"/>
            <a:pathLst>
              <a:path w="3617714" h="5292582">
                <a:moveTo>
                  <a:pt x="3617714" y="5292582"/>
                </a:moveTo>
                <a:lnTo>
                  <a:pt x="0" y="5292582"/>
                </a:lnTo>
                <a:lnTo>
                  <a:pt x="0" y="0"/>
                </a:lnTo>
                <a:lnTo>
                  <a:pt x="3617714" y="0"/>
                </a:lnTo>
                <a:lnTo>
                  <a:pt x="3617714" y="5292582"/>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5450443" y="-298378"/>
            <a:ext cx="3515810" cy="5143500"/>
          </a:xfrm>
          <a:custGeom>
            <a:avLst/>
            <a:gdLst/>
            <a:ahLst/>
            <a:cxnLst/>
            <a:rect l="l" t="t" r="r" b="b"/>
            <a:pathLst>
              <a:path w="3515810" h="5143500">
                <a:moveTo>
                  <a:pt x="0" y="0"/>
                </a:moveTo>
                <a:lnTo>
                  <a:pt x="3515810" y="0"/>
                </a:lnTo>
                <a:lnTo>
                  <a:pt x="3515810" y="5143500"/>
                </a:lnTo>
                <a:lnTo>
                  <a:pt x="0" y="51435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flipV="1">
            <a:off x="15450443" y="5292797"/>
            <a:ext cx="3617714" cy="5292582"/>
          </a:xfrm>
          <a:custGeom>
            <a:avLst/>
            <a:gdLst/>
            <a:ahLst/>
            <a:cxnLst/>
            <a:rect l="l" t="t" r="r" b="b"/>
            <a:pathLst>
              <a:path w="3617714" h="5292582">
                <a:moveTo>
                  <a:pt x="0" y="5292581"/>
                </a:moveTo>
                <a:lnTo>
                  <a:pt x="3617714" y="5292581"/>
                </a:lnTo>
                <a:lnTo>
                  <a:pt x="3617714" y="0"/>
                </a:lnTo>
                <a:lnTo>
                  <a:pt x="0" y="0"/>
                </a:lnTo>
                <a:lnTo>
                  <a:pt x="0" y="5292581"/>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250662" y="-198827"/>
            <a:ext cx="3002535" cy="3002535"/>
          </a:xfrm>
          <a:custGeom>
            <a:avLst/>
            <a:gdLst/>
            <a:ahLst/>
            <a:cxnLst/>
            <a:rect l="l" t="t" r="r" b="b"/>
            <a:pathLst>
              <a:path w="3002535" h="3002535">
                <a:moveTo>
                  <a:pt x="0" y="0"/>
                </a:moveTo>
                <a:lnTo>
                  <a:pt x="3002535" y="0"/>
                </a:lnTo>
                <a:lnTo>
                  <a:pt x="3002535" y="3002535"/>
                </a:lnTo>
                <a:lnTo>
                  <a:pt x="0" y="3002535"/>
                </a:lnTo>
                <a:lnTo>
                  <a:pt x="0" y="0"/>
                </a:lnTo>
                <a:close/>
              </a:path>
            </a:pathLst>
          </a:custGeom>
          <a:blipFill>
            <a:blip r:embed="rId4"/>
            <a:stretch>
              <a:fillRect/>
            </a:stretch>
          </a:blipFill>
        </p:spPr>
      </p:sp>
      <p:sp>
        <p:nvSpPr>
          <p:cNvPr id="7" name="TextBox 7"/>
          <p:cNvSpPr txBox="1"/>
          <p:nvPr/>
        </p:nvSpPr>
        <p:spPr>
          <a:xfrm>
            <a:off x="4143157" y="790144"/>
            <a:ext cx="10443619" cy="2391737"/>
          </a:xfrm>
          <a:prstGeom prst="rect">
            <a:avLst/>
          </a:prstGeom>
        </p:spPr>
        <p:txBody>
          <a:bodyPr lIns="0" tIns="0" rIns="0" bIns="0" rtlCol="0" anchor="t">
            <a:spAutoFit/>
          </a:bodyPr>
          <a:lstStyle/>
          <a:p>
            <a:pPr marL="0" lvl="0" indent="0" algn="ctr">
              <a:lnSpc>
                <a:spcPts val="19433"/>
              </a:lnSpc>
              <a:spcBef>
                <a:spcPct val="0"/>
              </a:spcBef>
            </a:pPr>
            <a:r>
              <a:rPr lang="en-US" sz="13881">
                <a:solidFill>
                  <a:srgbClr val="0F4F36"/>
                </a:solidFill>
                <a:latin typeface="Anton"/>
                <a:ea typeface="Anton"/>
                <a:cs typeface="Anton"/>
                <a:sym typeface="Anton"/>
              </a:rPr>
              <a:t>Social Account</a:t>
            </a:r>
          </a:p>
        </p:txBody>
      </p:sp>
      <p:sp>
        <p:nvSpPr>
          <p:cNvPr id="8" name="TextBox 8"/>
          <p:cNvSpPr txBox="1"/>
          <p:nvPr/>
        </p:nvSpPr>
        <p:spPr>
          <a:xfrm>
            <a:off x="4316964" y="3089347"/>
            <a:ext cx="5272778" cy="1256754"/>
          </a:xfrm>
          <a:prstGeom prst="rect">
            <a:avLst/>
          </a:prstGeom>
        </p:spPr>
        <p:txBody>
          <a:bodyPr wrap="square" lIns="0" tIns="0" rIns="0" bIns="0" rtlCol="0" anchor="t">
            <a:spAutoFit/>
          </a:bodyPr>
          <a:lstStyle/>
          <a:p>
            <a:pPr algn="ctr">
              <a:lnSpc>
                <a:spcPts val="9799"/>
              </a:lnSpc>
            </a:pPr>
            <a:r>
              <a:rPr lang="en-US" sz="6999" b="1" dirty="0">
                <a:solidFill>
                  <a:srgbClr val="000000"/>
                </a:solidFill>
                <a:latin typeface="Badr Bold"/>
                <a:ea typeface="Badr Bold"/>
                <a:cs typeface="Badr Bold"/>
                <a:sym typeface="Badr Bold"/>
              </a:rPr>
              <a:t>Facebook group</a:t>
            </a:r>
          </a:p>
        </p:txBody>
      </p:sp>
      <p:sp>
        <p:nvSpPr>
          <p:cNvPr id="9" name="Freeform 9"/>
          <p:cNvSpPr/>
          <p:nvPr/>
        </p:nvSpPr>
        <p:spPr>
          <a:xfrm>
            <a:off x="10997246" y="3175550"/>
            <a:ext cx="3311946" cy="6609490"/>
          </a:xfrm>
          <a:custGeom>
            <a:avLst/>
            <a:gdLst/>
            <a:ahLst/>
            <a:cxnLst/>
            <a:rect l="l" t="t" r="r" b="b"/>
            <a:pathLst>
              <a:path w="3311946" h="6609490">
                <a:moveTo>
                  <a:pt x="0" y="0"/>
                </a:moveTo>
                <a:lnTo>
                  <a:pt x="3311946" y="0"/>
                </a:lnTo>
                <a:lnTo>
                  <a:pt x="3311946" y="6609491"/>
                </a:lnTo>
                <a:lnTo>
                  <a:pt x="0" y="6609491"/>
                </a:lnTo>
                <a:lnTo>
                  <a:pt x="0" y="0"/>
                </a:lnTo>
                <a:close/>
              </a:path>
            </a:pathLst>
          </a:custGeom>
          <a:blipFill>
            <a:blip r:embed="rId5"/>
            <a:stretch>
              <a:fillRect t="-9309" b="-2043"/>
            </a:stretch>
          </a:blipFill>
        </p:spPr>
      </p:sp>
      <p:pic>
        <p:nvPicPr>
          <p:cNvPr id="10" name="Picture 10"/>
          <p:cNvPicPr>
            <a:picLocks noChangeAspect="1"/>
          </p:cNvPicPr>
          <p:nvPr/>
        </p:nvPicPr>
        <p:blipFill>
          <a:blip r:embed="rId6"/>
          <a:stretch>
            <a:fillRect/>
          </a:stretch>
        </p:blipFill>
        <p:spPr>
          <a:xfrm>
            <a:off x="3989401" y="4342637"/>
            <a:ext cx="5927903" cy="5927903"/>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528532" flipH="1">
            <a:off x="-3883363" y="-185099"/>
            <a:ext cx="9645909" cy="3194597"/>
          </a:xfrm>
          <a:custGeom>
            <a:avLst/>
            <a:gdLst/>
            <a:ahLst/>
            <a:cxnLst/>
            <a:rect l="l" t="t" r="r" b="b"/>
            <a:pathLst>
              <a:path w="9645909" h="3194597">
                <a:moveTo>
                  <a:pt x="9645909" y="0"/>
                </a:moveTo>
                <a:lnTo>
                  <a:pt x="0" y="0"/>
                </a:lnTo>
                <a:lnTo>
                  <a:pt x="0" y="3194597"/>
                </a:lnTo>
                <a:lnTo>
                  <a:pt x="9645909" y="3194597"/>
                </a:lnTo>
                <a:lnTo>
                  <a:pt x="9645909"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1528532" flipH="1">
            <a:off x="-3730963" y="-32699"/>
            <a:ext cx="9645909" cy="3194597"/>
          </a:xfrm>
          <a:custGeom>
            <a:avLst/>
            <a:gdLst/>
            <a:ahLst/>
            <a:cxnLst/>
            <a:rect l="l" t="t" r="r" b="b"/>
            <a:pathLst>
              <a:path w="9645909" h="3194597">
                <a:moveTo>
                  <a:pt x="9645909" y="0"/>
                </a:moveTo>
                <a:lnTo>
                  <a:pt x="0" y="0"/>
                </a:lnTo>
                <a:lnTo>
                  <a:pt x="0" y="3194597"/>
                </a:lnTo>
                <a:lnTo>
                  <a:pt x="9645909" y="3194597"/>
                </a:lnTo>
                <a:lnTo>
                  <a:pt x="9645909"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rot="1440671">
            <a:off x="11470189" y="-312499"/>
            <a:ext cx="10983116" cy="3637462"/>
          </a:xfrm>
          <a:custGeom>
            <a:avLst/>
            <a:gdLst/>
            <a:ahLst/>
            <a:cxnLst/>
            <a:rect l="l" t="t" r="r" b="b"/>
            <a:pathLst>
              <a:path w="10983116" h="3637462">
                <a:moveTo>
                  <a:pt x="0" y="0"/>
                </a:moveTo>
                <a:lnTo>
                  <a:pt x="10983116" y="0"/>
                </a:lnTo>
                <a:lnTo>
                  <a:pt x="10983116" y="3637462"/>
                </a:lnTo>
                <a:lnTo>
                  <a:pt x="0" y="363746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3562213" y="2814207"/>
            <a:ext cx="3606950" cy="3025329"/>
          </a:xfrm>
          <a:custGeom>
            <a:avLst/>
            <a:gdLst/>
            <a:ahLst/>
            <a:cxnLst/>
            <a:rect l="l" t="t" r="r" b="b"/>
            <a:pathLst>
              <a:path w="3606950" h="3025329">
                <a:moveTo>
                  <a:pt x="0" y="0"/>
                </a:moveTo>
                <a:lnTo>
                  <a:pt x="3606950" y="0"/>
                </a:lnTo>
                <a:lnTo>
                  <a:pt x="3606950" y="3025329"/>
                </a:lnTo>
                <a:lnTo>
                  <a:pt x="0" y="3025329"/>
                </a:lnTo>
                <a:lnTo>
                  <a:pt x="0" y="0"/>
                </a:lnTo>
                <a:close/>
              </a:path>
            </a:pathLst>
          </a:custGeom>
          <a:blipFill>
            <a:blip r:embed="rId4"/>
            <a:stretch>
              <a:fillRect/>
            </a:stretch>
          </a:blipFill>
          <a:ln w="38100" cap="sq">
            <a:solidFill>
              <a:srgbClr val="000000"/>
            </a:solidFill>
            <a:prstDash val="solid"/>
            <a:miter/>
          </a:ln>
        </p:spPr>
      </p:sp>
      <p:sp>
        <p:nvSpPr>
          <p:cNvPr id="6" name="Freeform 6"/>
          <p:cNvSpPr/>
          <p:nvPr/>
        </p:nvSpPr>
        <p:spPr>
          <a:xfrm>
            <a:off x="7339158" y="2814207"/>
            <a:ext cx="3609640" cy="3025329"/>
          </a:xfrm>
          <a:custGeom>
            <a:avLst/>
            <a:gdLst/>
            <a:ahLst/>
            <a:cxnLst/>
            <a:rect l="l" t="t" r="r" b="b"/>
            <a:pathLst>
              <a:path w="3609640" h="3025329">
                <a:moveTo>
                  <a:pt x="0" y="0"/>
                </a:moveTo>
                <a:lnTo>
                  <a:pt x="3609639" y="0"/>
                </a:lnTo>
                <a:lnTo>
                  <a:pt x="3609639" y="3025329"/>
                </a:lnTo>
                <a:lnTo>
                  <a:pt x="0" y="3025329"/>
                </a:lnTo>
                <a:lnTo>
                  <a:pt x="0" y="0"/>
                </a:lnTo>
                <a:close/>
              </a:path>
            </a:pathLst>
          </a:custGeom>
          <a:blipFill>
            <a:blip r:embed="rId5"/>
            <a:stretch>
              <a:fillRect/>
            </a:stretch>
          </a:blipFill>
          <a:ln w="38100" cap="sq">
            <a:solidFill>
              <a:srgbClr val="000000"/>
            </a:solidFill>
            <a:prstDash val="solid"/>
            <a:miter/>
          </a:ln>
        </p:spPr>
      </p:sp>
      <p:sp>
        <p:nvSpPr>
          <p:cNvPr id="7" name="Freeform 7"/>
          <p:cNvSpPr/>
          <p:nvPr/>
        </p:nvSpPr>
        <p:spPr>
          <a:xfrm>
            <a:off x="11116147" y="2814207"/>
            <a:ext cx="3609640" cy="3025329"/>
          </a:xfrm>
          <a:custGeom>
            <a:avLst/>
            <a:gdLst/>
            <a:ahLst/>
            <a:cxnLst/>
            <a:rect l="l" t="t" r="r" b="b"/>
            <a:pathLst>
              <a:path w="3609640" h="3025329">
                <a:moveTo>
                  <a:pt x="0" y="0"/>
                </a:moveTo>
                <a:lnTo>
                  <a:pt x="3609640" y="0"/>
                </a:lnTo>
                <a:lnTo>
                  <a:pt x="3609640" y="3025329"/>
                </a:lnTo>
                <a:lnTo>
                  <a:pt x="0" y="3025329"/>
                </a:lnTo>
                <a:lnTo>
                  <a:pt x="0" y="0"/>
                </a:lnTo>
                <a:close/>
              </a:path>
            </a:pathLst>
          </a:custGeom>
          <a:blipFill>
            <a:blip r:embed="rId6"/>
            <a:stretch>
              <a:fillRect/>
            </a:stretch>
          </a:blipFill>
          <a:ln w="38100" cap="sq">
            <a:solidFill>
              <a:srgbClr val="000000"/>
            </a:solidFill>
            <a:prstDash val="solid"/>
            <a:miter/>
          </a:ln>
        </p:spPr>
      </p:sp>
      <p:sp>
        <p:nvSpPr>
          <p:cNvPr id="8" name="Freeform 8"/>
          <p:cNvSpPr/>
          <p:nvPr/>
        </p:nvSpPr>
        <p:spPr>
          <a:xfrm>
            <a:off x="7339203" y="6021438"/>
            <a:ext cx="3609594" cy="3595549"/>
          </a:xfrm>
          <a:custGeom>
            <a:avLst/>
            <a:gdLst/>
            <a:ahLst/>
            <a:cxnLst/>
            <a:rect l="l" t="t" r="r" b="b"/>
            <a:pathLst>
              <a:path w="3609594" h="3595549">
                <a:moveTo>
                  <a:pt x="0" y="0"/>
                </a:moveTo>
                <a:lnTo>
                  <a:pt x="3609594" y="0"/>
                </a:lnTo>
                <a:lnTo>
                  <a:pt x="3609594" y="3595549"/>
                </a:lnTo>
                <a:lnTo>
                  <a:pt x="0" y="3595549"/>
                </a:lnTo>
                <a:lnTo>
                  <a:pt x="0" y="0"/>
                </a:lnTo>
                <a:close/>
              </a:path>
            </a:pathLst>
          </a:custGeom>
          <a:blipFill>
            <a:blip r:embed="rId7"/>
            <a:stretch>
              <a:fillRect/>
            </a:stretch>
          </a:blipFill>
          <a:ln w="38100" cap="sq">
            <a:solidFill>
              <a:srgbClr val="000000"/>
            </a:solidFill>
            <a:prstDash val="solid"/>
            <a:miter/>
          </a:ln>
        </p:spPr>
      </p:sp>
      <p:sp>
        <p:nvSpPr>
          <p:cNvPr id="9" name="Freeform 9"/>
          <p:cNvSpPr/>
          <p:nvPr/>
        </p:nvSpPr>
        <p:spPr>
          <a:xfrm>
            <a:off x="3587002" y="6021438"/>
            <a:ext cx="3582161" cy="3543530"/>
          </a:xfrm>
          <a:custGeom>
            <a:avLst/>
            <a:gdLst/>
            <a:ahLst/>
            <a:cxnLst/>
            <a:rect l="l" t="t" r="r" b="b"/>
            <a:pathLst>
              <a:path w="3582161" h="3543530">
                <a:moveTo>
                  <a:pt x="0" y="0"/>
                </a:moveTo>
                <a:lnTo>
                  <a:pt x="3582161" y="0"/>
                </a:lnTo>
                <a:lnTo>
                  <a:pt x="3582161" y="3543530"/>
                </a:lnTo>
                <a:lnTo>
                  <a:pt x="0" y="3543530"/>
                </a:lnTo>
                <a:lnTo>
                  <a:pt x="0" y="0"/>
                </a:lnTo>
                <a:close/>
              </a:path>
            </a:pathLst>
          </a:custGeom>
          <a:blipFill>
            <a:blip r:embed="rId8"/>
            <a:stretch>
              <a:fillRect t="-348" b="-348"/>
            </a:stretch>
          </a:blipFill>
          <a:ln w="38100" cap="sq">
            <a:solidFill>
              <a:srgbClr val="000000"/>
            </a:solidFill>
            <a:prstDash val="solid"/>
            <a:miter/>
          </a:ln>
        </p:spPr>
      </p:sp>
      <p:sp>
        <p:nvSpPr>
          <p:cNvPr id="10" name="Freeform 10"/>
          <p:cNvSpPr/>
          <p:nvPr/>
        </p:nvSpPr>
        <p:spPr>
          <a:xfrm>
            <a:off x="11116192" y="6021438"/>
            <a:ext cx="3609594" cy="3609594"/>
          </a:xfrm>
          <a:custGeom>
            <a:avLst/>
            <a:gdLst/>
            <a:ahLst/>
            <a:cxnLst/>
            <a:rect l="l" t="t" r="r" b="b"/>
            <a:pathLst>
              <a:path w="3609594" h="3609594">
                <a:moveTo>
                  <a:pt x="0" y="0"/>
                </a:moveTo>
                <a:lnTo>
                  <a:pt x="3609595" y="0"/>
                </a:lnTo>
                <a:lnTo>
                  <a:pt x="3609595" y="3609594"/>
                </a:lnTo>
                <a:lnTo>
                  <a:pt x="0" y="3609594"/>
                </a:lnTo>
                <a:lnTo>
                  <a:pt x="0" y="0"/>
                </a:lnTo>
                <a:close/>
              </a:path>
            </a:pathLst>
          </a:custGeom>
          <a:blipFill>
            <a:blip r:embed="rId9"/>
            <a:stretch>
              <a:fillRect/>
            </a:stretch>
          </a:blipFill>
          <a:ln w="38100" cap="sq">
            <a:solidFill>
              <a:srgbClr val="000000"/>
            </a:solidFill>
            <a:prstDash val="solid"/>
            <a:miter/>
          </a:ln>
        </p:spPr>
      </p:sp>
      <p:sp>
        <p:nvSpPr>
          <p:cNvPr id="11" name="TextBox 11"/>
          <p:cNvSpPr txBox="1"/>
          <p:nvPr/>
        </p:nvSpPr>
        <p:spPr>
          <a:xfrm>
            <a:off x="3248113" y="857250"/>
            <a:ext cx="12011658" cy="1708151"/>
          </a:xfrm>
          <a:prstGeom prst="rect">
            <a:avLst/>
          </a:prstGeom>
        </p:spPr>
        <p:txBody>
          <a:bodyPr lIns="0" tIns="0" rIns="0" bIns="0" rtlCol="0" anchor="t">
            <a:spAutoFit/>
          </a:bodyPr>
          <a:lstStyle/>
          <a:p>
            <a:pPr marL="0" lvl="0" indent="0" algn="ctr">
              <a:lnSpc>
                <a:spcPts val="13999"/>
              </a:lnSpc>
              <a:spcBef>
                <a:spcPct val="0"/>
              </a:spcBef>
            </a:pPr>
            <a:r>
              <a:rPr lang="en-US" sz="9999">
                <a:solidFill>
                  <a:srgbClr val="0F4F36"/>
                </a:solidFill>
                <a:latin typeface="Anton"/>
                <a:ea typeface="Anton"/>
                <a:cs typeface="Anton"/>
                <a:sym typeface="Anton"/>
              </a:rPr>
              <a:t>Posts</a:t>
            </a:r>
          </a:p>
        </p:txBody>
      </p:sp>
      <p:sp>
        <p:nvSpPr>
          <p:cNvPr id="12" name="Freeform 12"/>
          <p:cNvSpPr/>
          <p:nvPr/>
        </p:nvSpPr>
        <p:spPr>
          <a:xfrm>
            <a:off x="-250662" y="-198827"/>
            <a:ext cx="3002535" cy="3002535"/>
          </a:xfrm>
          <a:custGeom>
            <a:avLst/>
            <a:gdLst/>
            <a:ahLst/>
            <a:cxnLst/>
            <a:rect l="l" t="t" r="r" b="b"/>
            <a:pathLst>
              <a:path w="3002535" h="3002535">
                <a:moveTo>
                  <a:pt x="0" y="0"/>
                </a:moveTo>
                <a:lnTo>
                  <a:pt x="3002535" y="0"/>
                </a:lnTo>
                <a:lnTo>
                  <a:pt x="3002535" y="3002535"/>
                </a:lnTo>
                <a:lnTo>
                  <a:pt x="0" y="3002535"/>
                </a:lnTo>
                <a:lnTo>
                  <a:pt x="0" y="0"/>
                </a:lnTo>
                <a:close/>
              </a:path>
            </a:pathLst>
          </a:custGeom>
          <a:blipFill>
            <a:blip r:embed="rId10"/>
            <a:stretch>
              <a:fillRect/>
            </a:stretch>
          </a:blipFill>
        </p:spPr>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248113" y="857250"/>
            <a:ext cx="12011658" cy="1708151"/>
          </a:xfrm>
          <a:prstGeom prst="rect">
            <a:avLst/>
          </a:prstGeom>
        </p:spPr>
        <p:txBody>
          <a:bodyPr lIns="0" tIns="0" rIns="0" bIns="0" rtlCol="0" anchor="t">
            <a:spAutoFit/>
          </a:bodyPr>
          <a:lstStyle/>
          <a:p>
            <a:pPr marL="0" lvl="0" indent="0" algn="ctr">
              <a:lnSpc>
                <a:spcPts val="13999"/>
              </a:lnSpc>
              <a:spcBef>
                <a:spcPct val="0"/>
              </a:spcBef>
            </a:pPr>
            <a:r>
              <a:rPr lang="en-US" sz="9999">
                <a:solidFill>
                  <a:srgbClr val="0F4F36"/>
                </a:solidFill>
                <a:latin typeface="Anton"/>
                <a:ea typeface="Anton"/>
                <a:cs typeface="Anton"/>
                <a:sym typeface="Anton"/>
              </a:rPr>
              <a:t>Posts</a:t>
            </a:r>
          </a:p>
        </p:txBody>
      </p:sp>
      <p:sp>
        <p:nvSpPr>
          <p:cNvPr id="3" name="Freeform 3"/>
          <p:cNvSpPr/>
          <p:nvPr/>
        </p:nvSpPr>
        <p:spPr>
          <a:xfrm rot="-1528532" flipH="1">
            <a:off x="-2101367" y="-999340"/>
            <a:ext cx="9285265" cy="3075157"/>
          </a:xfrm>
          <a:custGeom>
            <a:avLst/>
            <a:gdLst/>
            <a:ahLst/>
            <a:cxnLst/>
            <a:rect l="l" t="t" r="r" b="b"/>
            <a:pathLst>
              <a:path w="9285265" h="3075157">
                <a:moveTo>
                  <a:pt x="9285265" y="0"/>
                </a:moveTo>
                <a:lnTo>
                  <a:pt x="0" y="0"/>
                </a:lnTo>
                <a:lnTo>
                  <a:pt x="0" y="3075157"/>
                </a:lnTo>
                <a:lnTo>
                  <a:pt x="9285265" y="3075157"/>
                </a:lnTo>
                <a:lnTo>
                  <a:pt x="9285265"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250662" y="-198827"/>
            <a:ext cx="3002535" cy="3002535"/>
          </a:xfrm>
          <a:custGeom>
            <a:avLst/>
            <a:gdLst/>
            <a:ahLst/>
            <a:cxnLst/>
            <a:rect l="l" t="t" r="r" b="b"/>
            <a:pathLst>
              <a:path w="3002535" h="3002535">
                <a:moveTo>
                  <a:pt x="0" y="0"/>
                </a:moveTo>
                <a:lnTo>
                  <a:pt x="3002535" y="0"/>
                </a:lnTo>
                <a:lnTo>
                  <a:pt x="3002535" y="3002535"/>
                </a:lnTo>
                <a:lnTo>
                  <a:pt x="0" y="3002535"/>
                </a:lnTo>
                <a:lnTo>
                  <a:pt x="0" y="0"/>
                </a:lnTo>
                <a:close/>
              </a:path>
            </a:pathLst>
          </a:custGeom>
          <a:blipFill>
            <a:blip r:embed="rId4"/>
            <a:stretch>
              <a:fillRect/>
            </a:stretch>
          </a:blipFill>
        </p:spPr>
      </p:sp>
      <p:sp>
        <p:nvSpPr>
          <p:cNvPr id="5" name="Freeform 5"/>
          <p:cNvSpPr/>
          <p:nvPr/>
        </p:nvSpPr>
        <p:spPr>
          <a:xfrm rot="1186442">
            <a:off x="10607614" y="-1296238"/>
            <a:ext cx="9285265" cy="3075157"/>
          </a:xfrm>
          <a:custGeom>
            <a:avLst/>
            <a:gdLst/>
            <a:ahLst/>
            <a:cxnLst/>
            <a:rect l="l" t="t" r="r" b="b"/>
            <a:pathLst>
              <a:path w="9285265" h="3075157">
                <a:moveTo>
                  <a:pt x="0" y="0"/>
                </a:moveTo>
                <a:lnTo>
                  <a:pt x="9285265" y="0"/>
                </a:lnTo>
                <a:lnTo>
                  <a:pt x="9285265" y="3075157"/>
                </a:lnTo>
                <a:lnTo>
                  <a:pt x="0" y="307515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11127406" y="2803708"/>
            <a:ext cx="4132365" cy="3463438"/>
          </a:xfrm>
          <a:custGeom>
            <a:avLst/>
            <a:gdLst/>
            <a:ahLst/>
            <a:cxnLst/>
            <a:rect l="l" t="t" r="r" b="b"/>
            <a:pathLst>
              <a:path w="4132365" h="3463438">
                <a:moveTo>
                  <a:pt x="0" y="0"/>
                </a:moveTo>
                <a:lnTo>
                  <a:pt x="4132365" y="0"/>
                </a:lnTo>
                <a:lnTo>
                  <a:pt x="4132365" y="3463438"/>
                </a:lnTo>
                <a:lnTo>
                  <a:pt x="0" y="3463438"/>
                </a:lnTo>
                <a:lnTo>
                  <a:pt x="0" y="0"/>
                </a:lnTo>
                <a:close/>
              </a:path>
            </a:pathLst>
          </a:custGeom>
          <a:blipFill>
            <a:blip r:embed="rId5"/>
            <a:stretch>
              <a:fillRect/>
            </a:stretch>
          </a:blipFill>
          <a:ln w="38100" cap="sq">
            <a:solidFill>
              <a:srgbClr val="000000"/>
            </a:solidFill>
            <a:prstDash val="solid"/>
            <a:miter/>
          </a:ln>
        </p:spPr>
      </p:sp>
      <p:sp>
        <p:nvSpPr>
          <p:cNvPr id="7" name="Freeform 7"/>
          <p:cNvSpPr/>
          <p:nvPr/>
        </p:nvSpPr>
        <p:spPr>
          <a:xfrm>
            <a:off x="2572455" y="6410043"/>
            <a:ext cx="4132365" cy="3463438"/>
          </a:xfrm>
          <a:custGeom>
            <a:avLst/>
            <a:gdLst/>
            <a:ahLst/>
            <a:cxnLst/>
            <a:rect l="l" t="t" r="r" b="b"/>
            <a:pathLst>
              <a:path w="4132365" h="3463438">
                <a:moveTo>
                  <a:pt x="0" y="0"/>
                </a:moveTo>
                <a:lnTo>
                  <a:pt x="4132365" y="0"/>
                </a:lnTo>
                <a:lnTo>
                  <a:pt x="4132365" y="3463439"/>
                </a:lnTo>
                <a:lnTo>
                  <a:pt x="0" y="3463439"/>
                </a:lnTo>
                <a:lnTo>
                  <a:pt x="0" y="0"/>
                </a:lnTo>
                <a:close/>
              </a:path>
            </a:pathLst>
          </a:custGeom>
          <a:blipFill>
            <a:blip r:embed="rId6"/>
            <a:stretch>
              <a:fillRect/>
            </a:stretch>
          </a:blipFill>
          <a:ln w="38100" cap="sq">
            <a:solidFill>
              <a:srgbClr val="000000"/>
            </a:solidFill>
            <a:prstDash val="solid"/>
            <a:miter/>
          </a:ln>
        </p:spPr>
      </p:sp>
      <p:sp>
        <p:nvSpPr>
          <p:cNvPr id="8" name="Freeform 8"/>
          <p:cNvSpPr/>
          <p:nvPr/>
        </p:nvSpPr>
        <p:spPr>
          <a:xfrm>
            <a:off x="2572455" y="2803708"/>
            <a:ext cx="4132365" cy="3463438"/>
          </a:xfrm>
          <a:custGeom>
            <a:avLst/>
            <a:gdLst/>
            <a:ahLst/>
            <a:cxnLst/>
            <a:rect l="l" t="t" r="r" b="b"/>
            <a:pathLst>
              <a:path w="4132365" h="3463438">
                <a:moveTo>
                  <a:pt x="0" y="0"/>
                </a:moveTo>
                <a:lnTo>
                  <a:pt x="4132365" y="0"/>
                </a:lnTo>
                <a:lnTo>
                  <a:pt x="4132365" y="3463438"/>
                </a:lnTo>
                <a:lnTo>
                  <a:pt x="0" y="3463438"/>
                </a:lnTo>
                <a:lnTo>
                  <a:pt x="0" y="0"/>
                </a:lnTo>
                <a:close/>
              </a:path>
            </a:pathLst>
          </a:custGeom>
          <a:blipFill>
            <a:blip r:embed="rId7"/>
            <a:stretch>
              <a:fillRect/>
            </a:stretch>
          </a:blipFill>
          <a:ln w="38100" cap="sq">
            <a:solidFill>
              <a:srgbClr val="000000"/>
            </a:solidFill>
            <a:prstDash val="solid"/>
            <a:miter/>
          </a:ln>
        </p:spPr>
      </p:sp>
      <p:sp>
        <p:nvSpPr>
          <p:cNvPr id="9" name="Freeform 9"/>
          <p:cNvSpPr/>
          <p:nvPr/>
        </p:nvSpPr>
        <p:spPr>
          <a:xfrm>
            <a:off x="6850942" y="2803708"/>
            <a:ext cx="4132365" cy="3463438"/>
          </a:xfrm>
          <a:custGeom>
            <a:avLst/>
            <a:gdLst/>
            <a:ahLst/>
            <a:cxnLst/>
            <a:rect l="l" t="t" r="r" b="b"/>
            <a:pathLst>
              <a:path w="4132365" h="3463438">
                <a:moveTo>
                  <a:pt x="0" y="0"/>
                </a:moveTo>
                <a:lnTo>
                  <a:pt x="4132365" y="0"/>
                </a:lnTo>
                <a:lnTo>
                  <a:pt x="4132365" y="3463438"/>
                </a:lnTo>
                <a:lnTo>
                  <a:pt x="0" y="3463438"/>
                </a:lnTo>
                <a:lnTo>
                  <a:pt x="0" y="0"/>
                </a:lnTo>
                <a:close/>
              </a:path>
            </a:pathLst>
          </a:custGeom>
          <a:blipFill>
            <a:blip r:embed="rId8"/>
            <a:stretch>
              <a:fillRect/>
            </a:stretch>
          </a:blipFill>
          <a:ln w="38100" cap="sq">
            <a:solidFill>
              <a:srgbClr val="000000"/>
            </a:solidFill>
            <a:prstDash val="solid"/>
            <a:miter/>
          </a:ln>
        </p:spPr>
      </p:sp>
      <p:sp>
        <p:nvSpPr>
          <p:cNvPr id="10" name="Freeform 10"/>
          <p:cNvSpPr/>
          <p:nvPr/>
        </p:nvSpPr>
        <p:spPr>
          <a:xfrm>
            <a:off x="6860467" y="6410043"/>
            <a:ext cx="4132365" cy="3466021"/>
          </a:xfrm>
          <a:custGeom>
            <a:avLst/>
            <a:gdLst/>
            <a:ahLst/>
            <a:cxnLst/>
            <a:rect l="l" t="t" r="r" b="b"/>
            <a:pathLst>
              <a:path w="4132365" h="3466021">
                <a:moveTo>
                  <a:pt x="0" y="0"/>
                </a:moveTo>
                <a:lnTo>
                  <a:pt x="4132365" y="0"/>
                </a:lnTo>
                <a:lnTo>
                  <a:pt x="4132365" y="3466021"/>
                </a:lnTo>
                <a:lnTo>
                  <a:pt x="0" y="3466021"/>
                </a:lnTo>
                <a:lnTo>
                  <a:pt x="0" y="0"/>
                </a:lnTo>
                <a:close/>
              </a:path>
            </a:pathLst>
          </a:custGeom>
          <a:blipFill>
            <a:blip r:embed="rId9"/>
            <a:stretch>
              <a:fillRect/>
            </a:stretch>
          </a:blipFill>
          <a:ln w="38100" cap="sq">
            <a:solidFill>
              <a:srgbClr val="000000"/>
            </a:solidFill>
            <a:prstDash val="solid"/>
            <a:miter/>
          </a:ln>
        </p:spPr>
      </p:sp>
      <p:sp>
        <p:nvSpPr>
          <p:cNvPr id="11" name="Freeform 11"/>
          <p:cNvSpPr/>
          <p:nvPr/>
        </p:nvSpPr>
        <p:spPr>
          <a:xfrm>
            <a:off x="11145232" y="6410043"/>
            <a:ext cx="4105015" cy="3440515"/>
          </a:xfrm>
          <a:custGeom>
            <a:avLst/>
            <a:gdLst/>
            <a:ahLst/>
            <a:cxnLst/>
            <a:rect l="l" t="t" r="r" b="b"/>
            <a:pathLst>
              <a:path w="4105015" h="3440515">
                <a:moveTo>
                  <a:pt x="0" y="0"/>
                </a:moveTo>
                <a:lnTo>
                  <a:pt x="4105014" y="0"/>
                </a:lnTo>
                <a:lnTo>
                  <a:pt x="4105014" y="3440516"/>
                </a:lnTo>
                <a:lnTo>
                  <a:pt x="0" y="3440516"/>
                </a:lnTo>
                <a:lnTo>
                  <a:pt x="0" y="0"/>
                </a:lnTo>
                <a:close/>
              </a:path>
            </a:pathLst>
          </a:custGeom>
          <a:blipFill>
            <a:blip r:embed="rId10"/>
            <a:stretch>
              <a:fillRect/>
            </a:stretch>
          </a:blipFill>
          <a:ln w="38100" cap="sq">
            <a:solidFill>
              <a:srgbClr val="000000"/>
            </a:solidFill>
            <a:prstDash val="solid"/>
            <a:miter/>
          </a:ln>
        </p:spPr>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248113" y="857250"/>
            <a:ext cx="12011658" cy="1708151"/>
          </a:xfrm>
          <a:prstGeom prst="rect">
            <a:avLst/>
          </a:prstGeom>
        </p:spPr>
        <p:txBody>
          <a:bodyPr lIns="0" tIns="0" rIns="0" bIns="0" rtlCol="0" anchor="t">
            <a:spAutoFit/>
          </a:bodyPr>
          <a:lstStyle/>
          <a:p>
            <a:pPr marL="0" lvl="0" indent="0" algn="ctr">
              <a:lnSpc>
                <a:spcPts val="13999"/>
              </a:lnSpc>
              <a:spcBef>
                <a:spcPct val="0"/>
              </a:spcBef>
            </a:pPr>
            <a:r>
              <a:rPr lang="en-US" sz="9999">
                <a:solidFill>
                  <a:srgbClr val="0F4F36"/>
                </a:solidFill>
                <a:latin typeface="Anton"/>
                <a:ea typeface="Anton"/>
                <a:cs typeface="Anton"/>
                <a:sym typeface="Anton"/>
              </a:rPr>
              <a:t>Posts</a:t>
            </a:r>
          </a:p>
        </p:txBody>
      </p:sp>
      <p:sp>
        <p:nvSpPr>
          <p:cNvPr id="3" name="Freeform 3"/>
          <p:cNvSpPr/>
          <p:nvPr/>
        </p:nvSpPr>
        <p:spPr>
          <a:xfrm rot="-1528532" flipH="1">
            <a:off x="-2101367" y="-999340"/>
            <a:ext cx="9285265" cy="3075157"/>
          </a:xfrm>
          <a:custGeom>
            <a:avLst/>
            <a:gdLst/>
            <a:ahLst/>
            <a:cxnLst/>
            <a:rect l="l" t="t" r="r" b="b"/>
            <a:pathLst>
              <a:path w="9285265" h="3075157">
                <a:moveTo>
                  <a:pt x="9285265" y="0"/>
                </a:moveTo>
                <a:lnTo>
                  <a:pt x="0" y="0"/>
                </a:lnTo>
                <a:lnTo>
                  <a:pt x="0" y="3075157"/>
                </a:lnTo>
                <a:lnTo>
                  <a:pt x="9285265" y="3075157"/>
                </a:lnTo>
                <a:lnTo>
                  <a:pt x="9285265"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250662" y="-198827"/>
            <a:ext cx="3002535" cy="3002535"/>
          </a:xfrm>
          <a:custGeom>
            <a:avLst/>
            <a:gdLst/>
            <a:ahLst/>
            <a:cxnLst/>
            <a:rect l="l" t="t" r="r" b="b"/>
            <a:pathLst>
              <a:path w="3002535" h="3002535">
                <a:moveTo>
                  <a:pt x="0" y="0"/>
                </a:moveTo>
                <a:lnTo>
                  <a:pt x="3002535" y="0"/>
                </a:lnTo>
                <a:lnTo>
                  <a:pt x="3002535" y="3002535"/>
                </a:lnTo>
                <a:lnTo>
                  <a:pt x="0" y="3002535"/>
                </a:lnTo>
                <a:lnTo>
                  <a:pt x="0" y="0"/>
                </a:lnTo>
                <a:close/>
              </a:path>
            </a:pathLst>
          </a:custGeom>
          <a:blipFill>
            <a:blip r:embed="rId4"/>
            <a:stretch>
              <a:fillRect/>
            </a:stretch>
          </a:blipFill>
        </p:spPr>
      </p:sp>
      <p:sp>
        <p:nvSpPr>
          <p:cNvPr id="5" name="Freeform 5"/>
          <p:cNvSpPr/>
          <p:nvPr/>
        </p:nvSpPr>
        <p:spPr>
          <a:xfrm rot="1186442">
            <a:off x="10607614" y="-1296238"/>
            <a:ext cx="9285265" cy="3075157"/>
          </a:xfrm>
          <a:custGeom>
            <a:avLst/>
            <a:gdLst/>
            <a:ahLst/>
            <a:cxnLst/>
            <a:rect l="l" t="t" r="r" b="b"/>
            <a:pathLst>
              <a:path w="9285265" h="3075157">
                <a:moveTo>
                  <a:pt x="0" y="0"/>
                </a:moveTo>
                <a:lnTo>
                  <a:pt x="9285265" y="0"/>
                </a:lnTo>
                <a:lnTo>
                  <a:pt x="9285265" y="3075157"/>
                </a:lnTo>
                <a:lnTo>
                  <a:pt x="0" y="307515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2149225" y="3454055"/>
            <a:ext cx="4684082" cy="4684082"/>
          </a:xfrm>
          <a:custGeom>
            <a:avLst/>
            <a:gdLst/>
            <a:ahLst/>
            <a:cxnLst/>
            <a:rect l="l" t="t" r="r" b="b"/>
            <a:pathLst>
              <a:path w="4684082" h="4684082">
                <a:moveTo>
                  <a:pt x="0" y="0"/>
                </a:moveTo>
                <a:lnTo>
                  <a:pt x="4684082" y="0"/>
                </a:lnTo>
                <a:lnTo>
                  <a:pt x="4684082" y="4684082"/>
                </a:lnTo>
                <a:lnTo>
                  <a:pt x="0" y="4684082"/>
                </a:lnTo>
                <a:lnTo>
                  <a:pt x="0" y="0"/>
                </a:lnTo>
                <a:close/>
              </a:path>
            </a:pathLst>
          </a:custGeom>
          <a:blipFill>
            <a:blip r:embed="rId5"/>
            <a:stretch>
              <a:fillRect/>
            </a:stretch>
          </a:blipFill>
          <a:ln w="38100" cap="sq">
            <a:solidFill>
              <a:srgbClr val="000000"/>
            </a:solidFill>
            <a:prstDash val="solid"/>
            <a:miter/>
          </a:ln>
        </p:spPr>
      </p:sp>
      <p:sp>
        <p:nvSpPr>
          <p:cNvPr id="7" name="Freeform 7"/>
          <p:cNvSpPr/>
          <p:nvPr/>
        </p:nvSpPr>
        <p:spPr>
          <a:xfrm>
            <a:off x="7034960" y="3454055"/>
            <a:ext cx="3311060" cy="4684082"/>
          </a:xfrm>
          <a:custGeom>
            <a:avLst/>
            <a:gdLst/>
            <a:ahLst/>
            <a:cxnLst/>
            <a:rect l="l" t="t" r="r" b="b"/>
            <a:pathLst>
              <a:path w="3311060" h="4684082">
                <a:moveTo>
                  <a:pt x="0" y="0"/>
                </a:moveTo>
                <a:lnTo>
                  <a:pt x="3311061" y="0"/>
                </a:lnTo>
                <a:lnTo>
                  <a:pt x="3311061" y="4684082"/>
                </a:lnTo>
                <a:lnTo>
                  <a:pt x="0" y="4684082"/>
                </a:lnTo>
                <a:lnTo>
                  <a:pt x="0" y="0"/>
                </a:lnTo>
                <a:close/>
              </a:path>
            </a:pathLst>
          </a:custGeom>
          <a:blipFill>
            <a:blip r:embed="rId6"/>
            <a:stretch>
              <a:fillRect/>
            </a:stretch>
          </a:blipFill>
          <a:ln w="38100" cap="sq">
            <a:solidFill>
              <a:srgbClr val="000000"/>
            </a:solidFill>
            <a:prstDash val="solid"/>
            <a:miter/>
          </a:ln>
        </p:spPr>
      </p:sp>
      <p:sp>
        <p:nvSpPr>
          <p:cNvPr id="8" name="Freeform 8"/>
          <p:cNvSpPr/>
          <p:nvPr/>
        </p:nvSpPr>
        <p:spPr>
          <a:xfrm>
            <a:off x="10551165" y="3454055"/>
            <a:ext cx="5587611" cy="4684082"/>
          </a:xfrm>
          <a:custGeom>
            <a:avLst/>
            <a:gdLst/>
            <a:ahLst/>
            <a:cxnLst/>
            <a:rect l="l" t="t" r="r" b="b"/>
            <a:pathLst>
              <a:path w="5587611" h="4684082">
                <a:moveTo>
                  <a:pt x="0" y="0"/>
                </a:moveTo>
                <a:lnTo>
                  <a:pt x="5587610" y="0"/>
                </a:lnTo>
                <a:lnTo>
                  <a:pt x="5587610" y="4684082"/>
                </a:lnTo>
                <a:lnTo>
                  <a:pt x="0" y="4684082"/>
                </a:lnTo>
                <a:lnTo>
                  <a:pt x="0" y="0"/>
                </a:lnTo>
                <a:close/>
              </a:path>
            </a:pathLst>
          </a:custGeom>
          <a:blipFill>
            <a:blip r:embed="rId7"/>
            <a:stretch>
              <a:fillRect/>
            </a:stretch>
          </a:blipFill>
          <a:ln w="38100" cap="sq">
            <a:solidFill>
              <a:srgbClr val="000000"/>
            </a:solidFill>
            <a:prstDash val="solid"/>
            <a:miter/>
          </a:ln>
        </p:spPr>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780157" y="-20457"/>
            <a:ext cx="3515810" cy="5143500"/>
          </a:xfrm>
          <a:custGeom>
            <a:avLst/>
            <a:gdLst/>
            <a:ahLst/>
            <a:cxnLst/>
            <a:rect l="l" t="t" r="r" b="b"/>
            <a:pathLst>
              <a:path w="3515810" h="5143500">
                <a:moveTo>
                  <a:pt x="3515810" y="0"/>
                </a:moveTo>
                <a:lnTo>
                  <a:pt x="0" y="0"/>
                </a:lnTo>
                <a:lnTo>
                  <a:pt x="0" y="5143500"/>
                </a:lnTo>
                <a:lnTo>
                  <a:pt x="3515810" y="5143500"/>
                </a:lnTo>
                <a:lnTo>
                  <a:pt x="351581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flipV="1">
            <a:off x="-780157" y="5570718"/>
            <a:ext cx="3617714" cy="5292582"/>
          </a:xfrm>
          <a:custGeom>
            <a:avLst/>
            <a:gdLst/>
            <a:ahLst/>
            <a:cxnLst/>
            <a:rect l="l" t="t" r="r" b="b"/>
            <a:pathLst>
              <a:path w="3617714" h="5292582">
                <a:moveTo>
                  <a:pt x="3617714" y="5292582"/>
                </a:moveTo>
                <a:lnTo>
                  <a:pt x="0" y="5292582"/>
                </a:lnTo>
                <a:lnTo>
                  <a:pt x="0" y="0"/>
                </a:lnTo>
                <a:lnTo>
                  <a:pt x="3617714" y="0"/>
                </a:lnTo>
                <a:lnTo>
                  <a:pt x="3617714" y="5292582"/>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5450443" y="-298378"/>
            <a:ext cx="3515810" cy="5143500"/>
          </a:xfrm>
          <a:custGeom>
            <a:avLst/>
            <a:gdLst/>
            <a:ahLst/>
            <a:cxnLst/>
            <a:rect l="l" t="t" r="r" b="b"/>
            <a:pathLst>
              <a:path w="3515810" h="5143500">
                <a:moveTo>
                  <a:pt x="0" y="0"/>
                </a:moveTo>
                <a:lnTo>
                  <a:pt x="3515810" y="0"/>
                </a:lnTo>
                <a:lnTo>
                  <a:pt x="3515810" y="5143500"/>
                </a:lnTo>
                <a:lnTo>
                  <a:pt x="0" y="51435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flipV="1">
            <a:off x="15450443" y="5292797"/>
            <a:ext cx="3617714" cy="5292582"/>
          </a:xfrm>
          <a:custGeom>
            <a:avLst/>
            <a:gdLst/>
            <a:ahLst/>
            <a:cxnLst/>
            <a:rect l="l" t="t" r="r" b="b"/>
            <a:pathLst>
              <a:path w="3617714" h="5292582">
                <a:moveTo>
                  <a:pt x="0" y="5292581"/>
                </a:moveTo>
                <a:lnTo>
                  <a:pt x="3617714" y="5292581"/>
                </a:lnTo>
                <a:lnTo>
                  <a:pt x="3617714" y="0"/>
                </a:lnTo>
                <a:lnTo>
                  <a:pt x="0" y="0"/>
                </a:lnTo>
                <a:lnTo>
                  <a:pt x="0" y="5292581"/>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3877433" y="1906752"/>
            <a:ext cx="10505424" cy="7327932"/>
          </a:xfrm>
          <a:prstGeom prst="rect">
            <a:avLst/>
          </a:prstGeom>
        </p:spPr>
        <p:txBody>
          <a:bodyPr lIns="0" tIns="0" rIns="0" bIns="0" rtlCol="0" anchor="t">
            <a:spAutoFit/>
          </a:bodyPr>
          <a:lstStyle/>
          <a:p>
            <a:pPr algn="ctr">
              <a:lnSpc>
                <a:spcPts val="19433"/>
              </a:lnSpc>
            </a:pPr>
            <a:r>
              <a:rPr lang="en-US" sz="13881" dirty="0">
                <a:solidFill>
                  <a:srgbClr val="0F4F36"/>
                </a:solidFill>
                <a:latin typeface="Anton"/>
                <a:ea typeface="Anton"/>
                <a:cs typeface="Anton"/>
                <a:sym typeface="Anton"/>
              </a:rPr>
              <a:t>ADs </a:t>
            </a:r>
          </a:p>
          <a:p>
            <a:pPr marL="0" lvl="0" indent="0" algn="ctr">
              <a:lnSpc>
                <a:spcPts val="19433"/>
              </a:lnSpc>
              <a:spcBef>
                <a:spcPct val="0"/>
              </a:spcBef>
            </a:pPr>
            <a:r>
              <a:rPr lang="en-US" sz="13881" dirty="0">
                <a:solidFill>
                  <a:srgbClr val="0F4F36"/>
                </a:solidFill>
                <a:latin typeface="Anton"/>
                <a:ea typeface="Anton"/>
                <a:cs typeface="Anton"/>
                <a:sym typeface="Anton"/>
              </a:rPr>
              <a:t>(M</a:t>
            </a:r>
            <a:r>
              <a:rPr lang="en-US" sz="13881" u="none" strike="noStrike" dirty="0">
                <a:solidFill>
                  <a:srgbClr val="0F4F36"/>
                </a:solidFill>
                <a:latin typeface="Anton"/>
                <a:ea typeface="Anton"/>
                <a:cs typeface="Anton"/>
                <a:sym typeface="Anton"/>
              </a:rPr>
              <a:t>edia Buying)</a:t>
            </a:r>
          </a:p>
          <a:p>
            <a:pPr marL="0" lvl="0" indent="0" algn="ctr">
              <a:lnSpc>
                <a:spcPts val="19433"/>
              </a:lnSpc>
              <a:spcBef>
                <a:spcPct val="0"/>
              </a:spcBef>
            </a:pPr>
            <a:endParaRPr lang="en-US" sz="13881" u="none" strike="noStrike" dirty="0">
              <a:solidFill>
                <a:srgbClr val="0F4F36"/>
              </a:solidFill>
              <a:latin typeface="Anton"/>
              <a:ea typeface="Anton"/>
              <a:cs typeface="Anton"/>
              <a:sym typeface="Anton"/>
            </a:endParaRPr>
          </a:p>
        </p:txBody>
      </p:sp>
      <p:sp>
        <p:nvSpPr>
          <p:cNvPr id="7" name="Freeform 7"/>
          <p:cNvSpPr/>
          <p:nvPr/>
        </p:nvSpPr>
        <p:spPr>
          <a:xfrm>
            <a:off x="-250662" y="-198827"/>
            <a:ext cx="3002535" cy="3002535"/>
          </a:xfrm>
          <a:custGeom>
            <a:avLst/>
            <a:gdLst/>
            <a:ahLst/>
            <a:cxnLst/>
            <a:rect l="l" t="t" r="r" b="b"/>
            <a:pathLst>
              <a:path w="3002535" h="3002535">
                <a:moveTo>
                  <a:pt x="0" y="0"/>
                </a:moveTo>
                <a:lnTo>
                  <a:pt x="3002535" y="0"/>
                </a:lnTo>
                <a:lnTo>
                  <a:pt x="3002535" y="3002535"/>
                </a:lnTo>
                <a:lnTo>
                  <a:pt x="0" y="3002535"/>
                </a:lnTo>
                <a:lnTo>
                  <a:pt x="0" y="0"/>
                </a:lnTo>
                <a:close/>
              </a:path>
            </a:pathLst>
          </a:custGeom>
          <a:blipFill>
            <a:blip r:embed="rId4"/>
            <a:stretch>
              <a:fillRect/>
            </a:stretch>
          </a:blipFill>
        </p:spPr>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248113" y="857250"/>
            <a:ext cx="12011658" cy="1708151"/>
          </a:xfrm>
          <a:prstGeom prst="rect">
            <a:avLst/>
          </a:prstGeom>
        </p:spPr>
        <p:txBody>
          <a:bodyPr lIns="0" tIns="0" rIns="0" bIns="0" rtlCol="0" anchor="t">
            <a:spAutoFit/>
          </a:bodyPr>
          <a:lstStyle/>
          <a:p>
            <a:pPr marL="0" lvl="0" indent="0" algn="ctr">
              <a:lnSpc>
                <a:spcPts val="13999"/>
              </a:lnSpc>
              <a:spcBef>
                <a:spcPct val="0"/>
              </a:spcBef>
            </a:pPr>
            <a:r>
              <a:rPr lang="en-US" sz="9999">
                <a:solidFill>
                  <a:srgbClr val="0F4F36"/>
                </a:solidFill>
                <a:latin typeface="Anton"/>
                <a:ea typeface="Anton"/>
                <a:cs typeface="Anton"/>
                <a:sym typeface="Anton"/>
              </a:rPr>
              <a:t>ADs</a:t>
            </a:r>
          </a:p>
        </p:txBody>
      </p:sp>
      <p:sp>
        <p:nvSpPr>
          <p:cNvPr id="3" name="Freeform 3"/>
          <p:cNvSpPr/>
          <p:nvPr/>
        </p:nvSpPr>
        <p:spPr>
          <a:xfrm rot="-1528532" flipH="1">
            <a:off x="-2101367" y="-999340"/>
            <a:ext cx="9285265" cy="3075157"/>
          </a:xfrm>
          <a:custGeom>
            <a:avLst/>
            <a:gdLst/>
            <a:ahLst/>
            <a:cxnLst/>
            <a:rect l="l" t="t" r="r" b="b"/>
            <a:pathLst>
              <a:path w="9285265" h="3075157">
                <a:moveTo>
                  <a:pt x="9285265" y="0"/>
                </a:moveTo>
                <a:lnTo>
                  <a:pt x="0" y="0"/>
                </a:lnTo>
                <a:lnTo>
                  <a:pt x="0" y="3075157"/>
                </a:lnTo>
                <a:lnTo>
                  <a:pt x="9285265" y="3075157"/>
                </a:lnTo>
                <a:lnTo>
                  <a:pt x="9285265"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250662" y="-198827"/>
            <a:ext cx="3002535" cy="3002535"/>
          </a:xfrm>
          <a:custGeom>
            <a:avLst/>
            <a:gdLst/>
            <a:ahLst/>
            <a:cxnLst/>
            <a:rect l="l" t="t" r="r" b="b"/>
            <a:pathLst>
              <a:path w="3002535" h="3002535">
                <a:moveTo>
                  <a:pt x="0" y="0"/>
                </a:moveTo>
                <a:lnTo>
                  <a:pt x="3002535" y="0"/>
                </a:lnTo>
                <a:lnTo>
                  <a:pt x="3002535" y="3002535"/>
                </a:lnTo>
                <a:lnTo>
                  <a:pt x="0" y="3002535"/>
                </a:lnTo>
                <a:lnTo>
                  <a:pt x="0" y="0"/>
                </a:lnTo>
                <a:close/>
              </a:path>
            </a:pathLst>
          </a:custGeom>
          <a:blipFill>
            <a:blip r:embed="rId4"/>
            <a:stretch>
              <a:fillRect/>
            </a:stretch>
          </a:blipFill>
        </p:spPr>
      </p:sp>
      <p:sp>
        <p:nvSpPr>
          <p:cNvPr id="5" name="Freeform 5"/>
          <p:cNvSpPr/>
          <p:nvPr/>
        </p:nvSpPr>
        <p:spPr>
          <a:xfrm rot="1186442">
            <a:off x="10607614" y="-1296238"/>
            <a:ext cx="9285265" cy="3075157"/>
          </a:xfrm>
          <a:custGeom>
            <a:avLst/>
            <a:gdLst/>
            <a:ahLst/>
            <a:cxnLst/>
            <a:rect l="l" t="t" r="r" b="b"/>
            <a:pathLst>
              <a:path w="9285265" h="3075157">
                <a:moveTo>
                  <a:pt x="0" y="0"/>
                </a:moveTo>
                <a:lnTo>
                  <a:pt x="9285265" y="0"/>
                </a:lnTo>
                <a:lnTo>
                  <a:pt x="9285265" y="3075157"/>
                </a:lnTo>
                <a:lnTo>
                  <a:pt x="0" y="307515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4627088" y="2990466"/>
            <a:ext cx="3116126" cy="6242562"/>
          </a:xfrm>
          <a:custGeom>
            <a:avLst/>
            <a:gdLst/>
            <a:ahLst/>
            <a:cxnLst/>
            <a:rect l="l" t="t" r="r" b="b"/>
            <a:pathLst>
              <a:path w="3116126" h="6242562">
                <a:moveTo>
                  <a:pt x="0" y="0"/>
                </a:moveTo>
                <a:lnTo>
                  <a:pt x="3116126" y="0"/>
                </a:lnTo>
                <a:lnTo>
                  <a:pt x="3116126" y="6242562"/>
                </a:lnTo>
                <a:lnTo>
                  <a:pt x="0" y="6242562"/>
                </a:lnTo>
                <a:lnTo>
                  <a:pt x="0" y="0"/>
                </a:lnTo>
                <a:close/>
              </a:path>
            </a:pathLst>
          </a:custGeom>
          <a:blipFill>
            <a:blip r:embed="rId5"/>
            <a:stretch>
              <a:fillRect l="-433323" t="-23039" r="-23031" b="-33176"/>
            </a:stretch>
          </a:blipFill>
        </p:spPr>
      </p:sp>
      <p:sp>
        <p:nvSpPr>
          <p:cNvPr id="7" name="Freeform 7"/>
          <p:cNvSpPr/>
          <p:nvPr/>
        </p:nvSpPr>
        <p:spPr>
          <a:xfrm>
            <a:off x="13632020" y="2965193"/>
            <a:ext cx="3108319" cy="6267834"/>
          </a:xfrm>
          <a:custGeom>
            <a:avLst/>
            <a:gdLst/>
            <a:ahLst/>
            <a:cxnLst/>
            <a:rect l="l" t="t" r="r" b="b"/>
            <a:pathLst>
              <a:path w="3108319" h="6267834">
                <a:moveTo>
                  <a:pt x="0" y="0"/>
                </a:moveTo>
                <a:lnTo>
                  <a:pt x="3108319" y="0"/>
                </a:lnTo>
                <a:lnTo>
                  <a:pt x="3108319" y="6267835"/>
                </a:lnTo>
                <a:lnTo>
                  <a:pt x="0" y="6267835"/>
                </a:lnTo>
                <a:lnTo>
                  <a:pt x="0" y="0"/>
                </a:lnTo>
                <a:close/>
              </a:path>
            </a:pathLst>
          </a:custGeom>
          <a:blipFill>
            <a:blip r:embed="rId6"/>
            <a:stretch>
              <a:fillRect t="-4264" r="-1842" b="-1218"/>
            </a:stretch>
          </a:blipFill>
        </p:spPr>
      </p:sp>
      <p:sp>
        <p:nvSpPr>
          <p:cNvPr id="8" name="Freeform 8"/>
          <p:cNvSpPr/>
          <p:nvPr/>
        </p:nvSpPr>
        <p:spPr>
          <a:xfrm>
            <a:off x="10653880" y="2965193"/>
            <a:ext cx="3057330" cy="6267834"/>
          </a:xfrm>
          <a:custGeom>
            <a:avLst/>
            <a:gdLst/>
            <a:ahLst/>
            <a:cxnLst/>
            <a:rect l="l" t="t" r="r" b="b"/>
            <a:pathLst>
              <a:path w="3057330" h="6267834">
                <a:moveTo>
                  <a:pt x="0" y="0"/>
                </a:moveTo>
                <a:lnTo>
                  <a:pt x="3057330" y="0"/>
                </a:lnTo>
                <a:lnTo>
                  <a:pt x="3057330" y="6267835"/>
                </a:lnTo>
                <a:lnTo>
                  <a:pt x="0" y="6267835"/>
                </a:lnTo>
                <a:lnTo>
                  <a:pt x="0" y="0"/>
                </a:lnTo>
                <a:close/>
              </a:path>
            </a:pathLst>
          </a:custGeom>
          <a:blipFill>
            <a:blip r:embed="rId7"/>
            <a:stretch>
              <a:fillRect t="-3783"/>
            </a:stretch>
          </a:blipFill>
        </p:spPr>
      </p:sp>
      <p:sp>
        <p:nvSpPr>
          <p:cNvPr id="9" name="Freeform 9"/>
          <p:cNvSpPr/>
          <p:nvPr/>
        </p:nvSpPr>
        <p:spPr>
          <a:xfrm>
            <a:off x="7743645" y="2965193"/>
            <a:ext cx="3021778" cy="6267834"/>
          </a:xfrm>
          <a:custGeom>
            <a:avLst/>
            <a:gdLst/>
            <a:ahLst/>
            <a:cxnLst/>
            <a:rect l="l" t="t" r="r" b="b"/>
            <a:pathLst>
              <a:path w="3021778" h="6267834">
                <a:moveTo>
                  <a:pt x="0" y="0"/>
                </a:moveTo>
                <a:lnTo>
                  <a:pt x="3021778" y="0"/>
                </a:lnTo>
                <a:lnTo>
                  <a:pt x="3021778" y="6267835"/>
                </a:lnTo>
                <a:lnTo>
                  <a:pt x="0" y="6267835"/>
                </a:lnTo>
                <a:lnTo>
                  <a:pt x="0" y="0"/>
                </a:lnTo>
                <a:close/>
              </a:path>
            </a:pathLst>
          </a:custGeom>
          <a:blipFill>
            <a:blip r:embed="rId8"/>
            <a:stretch>
              <a:fillRect t="-4239"/>
            </a:stretch>
          </a:blipFill>
        </p:spPr>
      </p:sp>
      <p:sp>
        <p:nvSpPr>
          <p:cNvPr id="10" name="Freeform 10"/>
          <p:cNvSpPr/>
          <p:nvPr/>
        </p:nvSpPr>
        <p:spPr>
          <a:xfrm>
            <a:off x="1597568" y="2990466"/>
            <a:ext cx="3029520" cy="6267834"/>
          </a:xfrm>
          <a:custGeom>
            <a:avLst/>
            <a:gdLst/>
            <a:ahLst/>
            <a:cxnLst/>
            <a:rect l="l" t="t" r="r" b="b"/>
            <a:pathLst>
              <a:path w="3029520" h="6267834">
                <a:moveTo>
                  <a:pt x="0" y="0"/>
                </a:moveTo>
                <a:lnTo>
                  <a:pt x="3029520" y="0"/>
                </a:lnTo>
                <a:lnTo>
                  <a:pt x="3029520" y="6267834"/>
                </a:lnTo>
                <a:lnTo>
                  <a:pt x="0" y="6267834"/>
                </a:lnTo>
                <a:lnTo>
                  <a:pt x="0" y="0"/>
                </a:lnTo>
                <a:close/>
              </a:path>
            </a:pathLst>
          </a:custGeom>
          <a:blipFill>
            <a:blip r:embed="rId9"/>
            <a:stretch>
              <a:fillRect l="-424047" t="-22217" r="-23306" b="-26597"/>
            </a:stretch>
          </a:blipFill>
        </p:spPr>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248113" y="857250"/>
            <a:ext cx="12011658" cy="1708151"/>
          </a:xfrm>
          <a:prstGeom prst="rect">
            <a:avLst/>
          </a:prstGeom>
        </p:spPr>
        <p:txBody>
          <a:bodyPr lIns="0" tIns="0" rIns="0" bIns="0" rtlCol="0" anchor="t">
            <a:spAutoFit/>
          </a:bodyPr>
          <a:lstStyle/>
          <a:p>
            <a:pPr marL="0" lvl="0" indent="0" algn="ctr">
              <a:lnSpc>
                <a:spcPts val="13999"/>
              </a:lnSpc>
              <a:spcBef>
                <a:spcPct val="0"/>
              </a:spcBef>
            </a:pPr>
            <a:r>
              <a:rPr lang="en-US" sz="9999">
                <a:solidFill>
                  <a:srgbClr val="0F4F36"/>
                </a:solidFill>
                <a:latin typeface="Anton"/>
                <a:ea typeface="Anton"/>
                <a:cs typeface="Anton"/>
                <a:sym typeface="Anton"/>
              </a:rPr>
              <a:t>ADs</a:t>
            </a:r>
          </a:p>
        </p:txBody>
      </p:sp>
      <p:sp>
        <p:nvSpPr>
          <p:cNvPr id="3" name="Freeform 3"/>
          <p:cNvSpPr/>
          <p:nvPr/>
        </p:nvSpPr>
        <p:spPr>
          <a:xfrm rot="-1528532" flipH="1">
            <a:off x="-2101367" y="-999340"/>
            <a:ext cx="9285265" cy="3075157"/>
          </a:xfrm>
          <a:custGeom>
            <a:avLst/>
            <a:gdLst/>
            <a:ahLst/>
            <a:cxnLst/>
            <a:rect l="l" t="t" r="r" b="b"/>
            <a:pathLst>
              <a:path w="9285265" h="3075157">
                <a:moveTo>
                  <a:pt x="9285265" y="0"/>
                </a:moveTo>
                <a:lnTo>
                  <a:pt x="0" y="0"/>
                </a:lnTo>
                <a:lnTo>
                  <a:pt x="0" y="3075157"/>
                </a:lnTo>
                <a:lnTo>
                  <a:pt x="9285265" y="3075157"/>
                </a:lnTo>
                <a:lnTo>
                  <a:pt x="9285265"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250662" y="-198827"/>
            <a:ext cx="3002535" cy="3002535"/>
          </a:xfrm>
          <a:custGeom>
            <a:avLst/>
            <a:gdLst/>
            <a:ahLst/>
            <a:cxnLst/>
            <a:rect l="l" t="t" r="r" b="b"/>
            <a:pathLst>
              <a:path w="3002535" h="3002535">
                <a:moveTo>
                  <a:pt x="0" y="0"/>
                </a:moveTo>
                <a:lnTo>
                  <a:pt x="3002535" y="0"/>
                </a:lnTo>
                <a:lnTo>
                  <a:pt x="3002535" y="3002535"/>
                </a:lnTo>
                <a:lnTo>
                  <a:pt x="0" y="3002535"/>
                </a:lnTo>
                <a:lnTo>
                  <a:pt x="0" y="0"/>
                </a:lnTo>
                <a:close/>
              </a:path>
            </a:pathLst>
          </a:custGeom>
          <a:blipFill>
            <a:blip r:embed="rId4"/>
            <a:stretch>
              <a:fillRect/>
            </a:stretch>
          </a:blipFill>
        </p:spPr>
      </p:sp>
      <p:sp>
        <p:nvSpPr>
          <p:cNvPr id="5" name="Freeform 5"/>
          <p:cNvSpPr/>
          <p:nvPr/>
        </p:nvSpPr>
        <p:spPr>
          <a:xfrm rot="1186442">
            <a:off x="10607614" y="-1296238"/>
            <a:ext cx="9285265" cy="3075157"/>
          </a:xfrm>
          <a:custGeom>
            <a:avLst/>
            <a:gdLst/>
            <a:ahLst/>
            <a:cxnLst/>
            <a:rect l="l" t="t" r="r" b="b"/>
            <a:pathLst>
              <a:path w="9285265" h="3075157">
                <a:moveTo>
                  <a:pt x="0" y="0"/>
                </a:moveTo>
                <a:lnTo>
                  <a:pt x="9285265" y="0"/>
                </a:lnTo>
                <a:lnTo>
                  <a:pt x="9285265" y="3075157"/>
                </a:lnTo>
                <a:lnTo>
                  <a:pt x="0" y="307515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10798834" y="3258911"/>
            <a:ext cx="3130406" cy="4263172"/>
          </a:xfrm>
          <a:custGeom>
            <a:avLst/>
            <a:gdLst/>
            <a:ahLst/>
            <a:cxnLst/>
            <a:rect l="l" t="t" r="r" b="b"/>
            <a:pathLst>
              <a:path w="3130406" h="4263172">
                <a:moveTo>
                  <a:pt x="0" y="0"/>
                </a:moveTo>
                <a:lnTo>
                  <a:pt x="3130406" y="0"/>
                </a:lnTo>
                <a:lnTo>
                  <a:pt x="3130406" y="4263172"/>
                </a:lnTo>
                <a:lnTo>
                  <a:pt x="0" y="4263172"/>
                </a:lnTo>
                <a:lnTo>
                  <a:pt x="0" y="0"/>
                </a:lnTo>
                <a:close/>
              </a:path>
            </a:pathLst>
          </a:custGeom>
          <a:blipFill>
            <a:blip r:embed="rId5"/>
            <a:stretch>
              <a:fillRect l="-415333" t="-33575" r="-21592" b="-88195"/>
            </a:stretch>
          </a:blipFill>
        </p:spPr>
      </p:sp>
      <p:sp>
        <p:nvSpPr>
          <p:cNvPr id="7" name="Freeform 7"/>
          <p:cNvSpPr/>
          <p:nvPr/>
        </p:nvSpPr>
        <p:spPr>
          <a:xfrm>
            <a:off x="13929240" y="3258911"/>
            <a:ext cx="3150653" cy="6412808"/>
          </a:xfrm>
          <a:custGeom>
            <a:avLst/>
            <a:gdLst/>
            <a:ahLst/>
            <a:cxnLst/>
            <a:rect l="l" t="t" r="r" b="b"/>
            <a:pathLst>
              <a:path w="3150653" h="6412808">
                <a:moveTo>
                  <a:pt x="0" y="0"/>
                </a:moveTo>
                <a:lnTo>
                  <a:pt x="3150654" y="0"/>
                </a:lnTo>
                <a:lnTo>
                  <a:pt x="3150654" y="6412809"/>
                </a:lnTo>
                <a:lnTo>
                  <a:pt x="0" y="6412809"/>
                </a:lnTo>
                <a:lnTo>
                  <a:pt x="0" y="0"/>
                </a:lnTo>
                <a:close/>
              </a:path>
            </a:pathLst>
          </a:custGeom>
          <a:blipFill>
            <a:blip r:embed="rId6"/>
            <a:stretch>
              <a:fillRect t="-4864"/>
            </a:stretch>
          </a:blipFill>
        </p:spPr>
      </p:sp>
      <p:sp>
        <p:nvSpPr>
          <p:cNvPr id="8" name="Freeform 8"/>
          <p:cNvSpPr/>
          <p:nvPr/>
        </p:nvSpPr>
        <p:spPr>
          <a:xfrm>
            <a:off x="7475656" y="3258911"/>
            <a:ext cx="3323179" cy="4263172"/>
          </a:xfrm>
          <a:custGeom>
            <a:avLst/>
            <a:gdLst/>
            <a:ahLst/>
            <a:cxnLst/>
            <a:rect l="l" t="t" r="r" b="b"/>
            <a:pathLst>
              <a:path w="3323179" h="4263172">
                <a:moveTo>
                  <a:pt x="0" y="0"/>
                </a:moveTo>
                <a:lnTo>
                  <a:pt x="3323178" y="0"/>
                </a:lnTo>
                <a:lnTo>
                  <a:pt x="3323178" y="4263172"/>
                </a:lnTo>
                <a:lnTo>
                  <a:pt x="0" y="4263172"/>
                </a:lnTo>
                <a:lnTo>
                  <a:pt x="0" y="0"/>
                </a:lnTo>
                <a:close/>
              </a:path>
            </a:pathLst>
          </a:custGeom>
          <a:blipFill>
            <a:blip r:embed="rId7"/>
            <a:stretch>
              <a:fillRect t="-6975"/>
            </a:stretch>
          </a:blipFill>
        </p:spPr>
      </p:sp>
      <p:sp>
        <p:nvSpPr>
          <p:cNvPr id="9" name="Freeform 9"/>
          <p:cNvSpPr/>
          <p:nvPr/>
        </p:nvSpPr>
        <p:spPr>
          <a:xfrm>
            <a:off x="4322899" y="3258911"/>
            <a:ext cx="3152757" cy="4263172"/>
          </a:xfrm>
          <a:custGeom>
            <a:avLst/>
            <a:gdLst/>
            <a:ahLst/>
            <a:cxnLst/>
            <a:rect l="l" t="t" r="r" b="b"/>
            <a:pathLst>
              <a:path w="3152757" h="4263172">
                <a:moveTo>
                  <a:pt x="0" y="0"/>
                </a:moveTo>
                <a:lnTo>
                  <a:pt x="3152757" y="0"/>
                </a:lnTo>
                <a:lnTo>
                  <a:pt x="3152757" y="4263172"/>
                </a:lnTo>
                <a:lnTo>
                  <a:pt x="0" y="4263172"/>
                </a:lnTo>
                <a:lnTo>
                  <a:pt x="0" y="0"/>
                </a:lnTo>
                <a:close/>
              </a:path>
            </a:pathLst>
          </a:custGeom>
          <a:blipFill>
            <a:blip r:embed="rId8"/>
            <a:stretch>
              <a:fillRect b="-1584"/>
            </a:stretch>
          </a:blipFill>
        </p:spPr>
      </p:sp>
      <p:sp>
        <p:nvSpPr>
          <p:cNvPr id="10" name="Freeform 10"/>
          <p:cNvSpPr/>
          <p:nvPr/>
        </p:nvSpPr>
        <p:spPr>
          <a:xfrm>
            <a:off x="1208106" y="3258911"/>
            <a:ext cx="3114793" cy="6412808"/>
          </a:xfrm>
          <a:custGeom>
            <a:avLst/>
            <a:gdLst/>
            <a:ahLst/>
            <a:cxnLst/>
            <a:rect l="l" t="t" r="r" b="b"/>
            <a:pathLst>
              <a:path w="3114793" h="6412808">
                <a:moveTo>
                  <a:pt x="0" y="0"/>
                </a:moveTo>
                <a:lnTo>
                  <a:pt x="3114793" y="0"/>
                </a:lnTo>
                <a:lnTo>
                  <a:pt x="3114793" y="6412809"/>
                </a:lnTo>
                <a:lnTo>
                  <a:pt x="0" y="6412809"/>
                </a:lnTo>
                <a:lnTo>
                  <a:pt x="0" y="0"/>
                </a:lnTo>
                <a:close/>
              </a:path>
            </a:pathLst>
          </a:custGeom>
          <a:blipFill>
            <a:blip r:embed="rId9"/>
            <a:stretch>
              <a:fillRect/>
            </a:stretch>
          </a:blipFill>
        </p:spPr>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248113" y="857250"/>
            <a:ext cx="12011658" cy="1708151"/>
          </a:xfrm>
          <a:prstGeom prst="rect">
            <a:avLst/>
          </a:prstGeom>
        </p:spPr>
        <p:txBody>
          <a:bodyPr lIns="0" tIns="0" rIns="0" bIns="0" rtlCol="0" anchor="t">
            <a:spAutoFit/>
          </a:bodyPr>
          <a:lstStyle/>
          <a:p>
            <a:pPr marL="0" lvl="0" indent="0" algn="ctr">
              <a:lnSpc>
                <a:spcPts val="13999"/>
              </a:lnSpc>
              <a:spcBef>
                <a:spcPct val="0"/>
              </a:spcBef>
            </a:pPr>
            <a:r>
              <a:rPr lang="en-US" sz="9999">
                <a:solidFill>
                  <a:srgbClr val="0F4F36"/>
                </a:solidFill>
                <a:latin typeface="Anton"/>
                <a:ea typeface="Anton"/>
                <a:cs typeface="Anton"/>
                <a:sym typeface="Anton"/>
              </a:rPr>
              <a:t>ADs</a:t>
            </a:r>
          </a:p>
        </p:txBody>
      </p:sp>
      <p:sp>
        <p:nvSpPr>
          <p:cNvPr id="3" name="Freeform 3"/>
          <p:cNvSpPr/>
          <p:nvPr/>
        </p:nvSpPr>
        <p:spPr>
          <a:xfrm rot="-1528532" flipH="1">
            <a:off x="-2101367" y="-999340"/>
            <a:ext cx="9285265" cy="3075157"/>
          </a:xfrm>
          <a:custGeom>
            <a:avLst/>
            <a:gdLst/>
            <a:ahLst/>
            <a:cxnLst/>
            <a:rect l="l" t="t" r="r" b="b"/>
            <a:pathLst>
              <a:path w="9285265" h="3075157">
                <a:moveTo>
                  <a:pt x="9285265" y="0"/>
                </a:moveTo>
                <a:lnTo>
                  <a:pt x="0" y="0"/>
                </a:lnTo>
                <a:lnTo>
                  <a:pt x="0" y="3075157"/>
                </a:lnTo>
                <a:lnTo>
                  <a:pt x="9285265" y="3075157"/>
                </a:lnTo>
                <a:lnTo>
                  <a:pt x="9285265"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250662" y="-198827"/>
            <a:ext cx="3002535" cy="3002535"/>
          </a:xfrm>
          <a:custGeom>
            <a:avLst/>
            <a:gdLst/>
            <a:ahLst/>
            <a:cxnLst/>
            <a:rect l="l" t="t" r="r" b="b"/>
            <a:pathLst>
              <a:path w="3002535" h="3002535">
                <a:moveTo>
                  <a:pt x="0" y="0"/>
                </a:moveTo>
                <a:lnTo>
                  <a:pt x="3002535" y="0"/>
                </a:lnTo>
                <a:lnTo>
                  <a:pt x="3002535" y="3002535"/>
                </a:lnTo>
                <a:lnTo>
                  <a:pt x="0" y="3002535"/>
                </a:lnTo>
                <a:lnTo>
                  <a:pt x="0" y="0"/>
                </a:lnTo>
                <a:close/>
              </a:path>
            </a:pathLst>
          </a:custGeom>
          <a:blipFill>
            <a:blip r:embed="rId4"/>
            <a:stretch>
              <a:fillRect/>
            </a:stretch>
          </a:blipFill>
        </p:spPr>
      </p:sp>
      <p:sp>
        <p:nvSpPr>
          <p:cNvPr id="5" name="Freeform 5"/>
          <p:cNvSpPr/>
          <p:nvPr/>
        </p:nvSpPr>
        <p:spPr>
          <a:xfrm rot="1186442">
            <a:off x="10607614" y="-1296238"/>
            <a:ext cx="9285265" cy="3075157"/>
          </a:xfrm>
          <a:custGeom>
            <a:avLst/>
            <a:gdLst/>
            <a:ahLst/>
            <a:cxnLst/>
            <a:rect l="l" t="t" r="r" b="b"/>
            <a:pathLst>
              <a:path w="9285265" h="3075157">
                <a:moveTo>
                  <a:pt x="0" y="0"/>
                </a:moveTo>
                <a:lnTo>
                  <a:pt x="9285265" y="0"/>
                </a:lnTo>
                <a:lnTo>
                  <a:pt x="9285265" y="3075157"/>
                </a:lnTo>
                <a:lnTo>
                  <a:pt x="0" y="307515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900083" y="2803708"/>
            <a:ext cx="3327838" cy="6666028"/>
          </a:xfrm>
          <a:custGeom>
            <a:avLst/>
            <a:gdLst/>
            <a:ahLst/>
            <a:cxnLst/>
            <a:rect l="l" t="t" r="r" b="b"/>
            <a:pathLst>
              <a:path w="3327838" h="6666028">
                <a:moveTo>
                  <a:pt x="0" y="0"/>
                </a:moveTo>
                <a:lnTo>
                  <a:pt x="3327838" y="0"/>
                </a:lnTo>
                <a:lnTo>
                  <a:pt x="3327838" y="6666027"/>
                </a:lnTo>
                <a:lnTo>
                  <a:pt x="0" y="6666027"/>
                </a:lnTo>
                <a:lnTo>
                  <a:pt x="0" y="0"/>
                </a:lnTo>
                <a:close/>
              </a:path>
            </a:pathLst>
          </a:custGeom>
          <a:blipFill>
            <a:blip r:embed="rId5"/>
            <a:stretch>
              <a:fillRect t="-5170" b="-5768"/>
            </a:stretch>
          </a:blipFill>
        </p:spPr>
      </p:sp>
      <p:sp>
        <p:nvSpPr>
          <p:cNvPr id="7" name="Freeform 7"/>
          <p:cNvSpPr/>
          <p:nvPr/>
        </p:nvSpPr>
        <p:spPr>
          <a:xfrm>
            <a:off x="4166859" y="2803708"/>
            <a:ext cx="3344114" cy="6666028"/>
          </a:xfrm>
          <a:custGeom>
            <a:avLst/>
            <a:gdLst/>
            <a:ahLst/>
            <a:cxnLst/>
            <a:rect l="l" t="t" r="r" b="b"/>
            <a:pathLst>
              <a:path w="3344114" h="6666028">
                <a:moveTo>
                  <a:pt x="0" y="0"/>
                </a:moveTo>
                <a:lnTo>
                  <a:pt x="3344114" y="0"/>
                </a:lnTo>
                <a:lnTo>
                  <a:pt x="3344114" y="6666027"/>
                </a:lnTo>
                <a:lnTo>
                  <a:pt x="0" y="6666027"/>
                </a:lnTo>
                <a:lnTo>
                  <a:pt x="0" y="0"/>
                </a:lnTo>
                <a:close/>
              </a:path>
            </a:pathLst>
          </a:custGeom>
          <a:blipFill>
            <a:blip r:embed="rId6"/>
            <a:stretch>
              <a:fillRect t="-5413" b="-6067"/>
            </a:stretch>
          </a:blipFill>
        </p:spPr>
      </p:sp>
      <p:sp>
        <p:nvSpPr>
          <p:cNvPr id="8" name="Freeform 8"/>
          <p:cNvSpPr/>
          <p:nvPr/>
        </p:nvSpPr>
        <p:spPr>
          <a:xfrm>
            <a:off x="10758543" y="2803708"/>
            <a:ext cx="3306256" cy="6666028"/>
          </a:xfrm>
          <a:custGeom>
            <a:avLst/>
            <a:gdLst/>
            <a:ahLst/>
            <a:cxnLst/>
            <a:rect l="l" t="t" r="r" b="b"/>
            <a:pathLst>
              <a:path w="3306256" h="6666028">
                <a:moveTo>
                  <a:pt x="0" y="0"/>
                </a:moveTo>
                <a:lnTo>
                  <a:pt x="3306256" y="0"/>
                </a:lnTo>
                <a:lnTo>
                  <a:pt x="3306256" y="6666027"/>
                </a:lnTo>
                <a:lnTo>
                  <a:pt x="0" y="6666027"/>
                </a:lnTo>
                <a:lnTo>
                  <a:pt x="0" y="0"/>
                </a:lnTo>
                <a:close/>
              </a:path>
            </a:pathLst>
          </a:custGeom>
          <a:blipFill>
            <a:blip r:embed="rId7"/>
            <a:stretch>
              <a:fillRect t="-4355" b="-5863"/>
            </a:stretch>
          </a:blipFill>
        </p:spPr>
      </p:sp>
      <p:sp>
        <p:nvSpPr>
          <p:cNvPr id="9" name="Freeform 9"/>
          <p:cNvSpPr/>
          <p:nvPr/>
        </p:nvSpPr>
        <p:spPr>
          <a:xfrm>
            <a:off x="14064799" y="2803708"/>
            <a:ext cx="3323118" cy="6666028"/>
          </a:xfrm>
          <a:custGeom>
            <a:avLst/>
            <a:gdLst/>
            <a:ahLst/>
            <a:cxnLst/>
            <a:rect l="l" t="t" r="r" b="b"/>
            <a:pathLst>
              <a:path w="3323118" h="6666028">
                <a:moveTo>
                  <a:pt x="0" y="0"/>
                </a:moveTo>
                <a:lnTo>
                  <a:pt x="3323118" y="0"/>
                </a:lnTo>
                <a:lnTo>
                  <a:pt x="3323118" y="6666027"/>
                </a:lnTo>
                <a:lnTo>
                  <a:pt x="0" y="6666027"/>
                </a:lnTo>
                <a:lnTo>
                  <a:pt x="0" y="0"/>
                </a:lnTo>
                <a:close/>
              </a:path>
            </a:pathLst>
          </a:custGeom>
          <a:blipFill>
            <a:blip r:embed="rId8"/>
            <a:stretch>
              <a:fillRect t="-4552" b="-6229"/>
            </a:stretch>
          </a:blipFill>
        </p:spPr>
      </p:sp>
      <p:sp>
        <p:nvSpPr>
          <p:cNvPr id="10" name="Freeform 10"/>
          <p:cNvSpPr/>
          <p:nvPr/>
        </p:nvSpPr>
        <p:spPr>
          <a:xfrm>
            <a:off x="7462386" y="2803708"/>
            <a:ext cx="3311946" cy="6666028"/>
          </a:xfrm>
          <a:custGeom>
            <a:avLst/>
            <a:gdLst/>
            <a:ahLst/>
            <a:cxnLst/>
            <a:rect l="l" t="t" r="r" b="b"/>
            <a:pathLst>
              <a:path w="3311946" h="6666028">
                <a:moveTo>
                  <a:pt x="0" y="0"/>
                </a:moveTo>
                <a:lnTo>
                  <a:pt x="3311946" y="0"/>
                </a:lnTo>
                <a:lnTo>
                  <a:pt x="3311946" y="6666027"/>
                </a:lnTo>
                <a:lnTo>
                  <a:pt x="0" y="6666027"/>
                </a:lnTo>
                <a:lnTo>
                  <a:pt x="0" y="0"/>
                </a:lnTo>
                <a:close/>
              </a:path>
            </a:pathLst>
          </a:custGeom>
          <a:blipFill>
            <a:blip r:embed="rId9"/>
            <a:stretch>
              <a:fillRect t="-4297" b="-6110"/>
            </a:stretch>
          </a:blipFill>
        </p:spPr>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248113" y="857250"/>
            <a:ext cx="12011658" cy="1708151"/>
          </a:xfrm>
          <a:prstGeom prst="rect">
            <a:avLst/>
          </a:prstGeom>
        </p:spPr>
        <p:txBody>
          <a:bodyPr lIns="0" tIns="0" rIns="0" bIns="0" rtlCol="0" anchor="t">
            <a:spAutoFit/>
          </a:bodyPr>
          <a:lstStyle/>
          <a:p>
            <a:pPr marL="0" lvl="0" indent="0" algn="ctr">
              <a:lnSpc>
                <a:spcPts val="13999"/>
              </a:lnSpc>
              <a:spcBef>
                <a:spcPct val="0"/>
              </a:spcBef>
            </a:pPr>
            <a:r>
              <a:rPr lang="en-US" sz="9999">
                <a:solidFill>
                  <a:srgbClr val="0F4F36"/>
                </a:solidFill>
                <a:latin typeface="Anton"/>
                <a:ea typeface="Anton"/>
                <a:cs typeface="Anton"/>
                <a:sym typeface="Anton"/>
              </a:rPr>
              <a:t>ADs</a:t>
            </a:r>
          </a:p>
        </p:txBody>
      </p:sp>
      <p:sp>
        <p:nvSpPr>
          <p:cNvPr id="3" name="Freeform 3"/>
          <p:cNvSpPr/>
          <p:nvPr/>
        </p:nvSpPr>
        <p:spPr>
          <a:xfrm rot="-1528532" flipH="1">
            <a:off x="-2101367" y="-999340"/>
            <a:ext cx="9285265" cy="3075157"/>
          </a:xfrm>
          <a:custGeom>
            <a:avLst/>
            <a:gdLst/>
            <a:ahLst/>
            <a:cxnLst/>
            <a:rect l="l" t="t" r="r" b="b"/>
            <a:pathLst>
              <a:path w="9285265" h="3075157">
                <a:moveTo>
                  <a:pt x="9285265" y="0"/>
                </a:moveTo>
                <a:lnTo>
                  <a:pt x="0" y="0"/>
                </a:lnTo>
                <a:lnTo>
                  <a:pt x="0" y="3075157"/>
                </a:lnTo>
                <a:lnTo>
                  <a:pt x="9285265" y="3075157"/>
                </a:lnTo>
                <a:lnTo>
                  <a:pt x="9285265"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250662" y="-198827"/>
            <a:ext cx="3002535" cy="3002535"/>
          </a:xfrm>
          <a:custGeom>
            <a:avLst/>
            <a:gdLst/>
            <a:ahLst/>
            <a:cxnLst/>
            <a:rect l="l" t="t" r="r" b="b"/>
            <a:pathLst>
              <a:path w="3002535" h="3002535">
                <a:moveTo>
                  <a:pt x="0" y="0"/>
                </a:moveTo>
                <a:lnTo>
                  <a:pt x="3002535" y="0"/>
                </a:lnTo>
                <a:lnTo>
                  <a:pt x="3002535" y="3002535"/>
                </a:lnTo>
                <a:lnTo>
                  <a:pt x="0" y="3002535"/>
                </a:lnTo>
                <a:lnTo>
                  <a:pt x="0" y="0"/>
                </a:lnTo>
                <a:close/>
              </a:path>
            </a:pathLst>
          </a:custGeom>
          <a:blipFill>
            <a:blip r:embed="rId4"/>
            <a:stretch>
              <a:fillRect/>
            </a:stretch>
          </a:blipFill>
        </p:spPr>
      </p:sp>
      <p:sp>
        <p:nvSpPr>
          <p:cNvPr id="5" name="Freeform 5"/>
          <p:cNvSpPr/>
          <p:nvPr/>
        </p:nvSpPr>
        <p:spPr>
          <a:xfrm rot="1186442">
            <a:off x="10607614" y="-1296238"/>
            <a:ext cx="9285265" cy="3075157"/>
          </a:xfrm>
          <a:custGeom>
            <a:avLst/>
            <a:gdLst/>
            <a:ahLst/>
            <a:cxnLst/>
            <a:rect l="l" t="t" r="r" b="b"/>
            <a:pathLst>
              <a:path w="9285265" h="3075157">
                <a:moveTo>
                  <a:pt x="0" y="0"/>
                </a:moveTo>
                <a:lnTo>
                  <a:pt x="9285265" y="0"/>
                </a:lnTo>
                <a:lnTo>
                  <a:pt x="9285265" y="3075157"/>
                </a:lnTo>
                <a:lnTo>
                  <a:pt x="0" y="307515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3972739" y="2803708"/>
            <a:ext cx="3311946" cy="7016864"/>
          </a:xfrm>
          <a:custGeom>
            <a:avLst/>
            <a:gdLst/>
            <a:ahLst/>
            <a:cxnLst/>
            <a:rect l="l" t="t" r="r" b="b"/>
            <a:pathLst>
              <a:path w="3311946" h="7016864">
                <a:moveTo>
                  <a:pt x="0" y="0"/>
                </a:moveTo>
                <a:lnTo>
                  <a:pt x="3311945" y="0"/>
                </a:lnTo>
                <a:lnTo>
                  <a:pt x="3311945" y="7016864"/>
                </a:lnTo>
                <a:lnTo>
                  <a:pt x="0" y="7016864"/>
                </a:lnTo>
                <a:lnTo>
                  <a:pt x="0" y="0"/>
                </a:lnTo>
                <a:close/>
              </a:path>
            </a:pathLst>
          </a:custGeom>
          <a:blipFill>
            <a:blip r:embed="rId5"/>
            <a:stretch>
              <a:fillRect t="-4888"/>
            </a:stretch>
          </a:blipFill>
        </p:spPr>
      </p:sp>
      <p:sp>
        <p:nvSpPr>
          <p:cNvPr id="7" name="Freeform 7"/>
          <p:cNvSpPr/>
          <p:nvPr/>
        </p:nvSpPr>
        <p:spPr>
          <a:xfrm>
            <a:off x="7284684" y="2803708"/>
            <a:ext cx="3519520" cy="7016864"/>
          </a:xfrm>
          <a:custGeom>
            <a:avLst/>
            <a:gdLst/>
            <a:ahLst/>
            <a:cxnLst/>
            <a:rect l="l" t="t" r="r" b="b"/>
            <a:pathLst>
              <a:path w="3519520" h="7016864">
                <a:moveTo>
                  <a:pt x="0" y="0"/>
                </a:moveTo>
                <a:lnTo>
                  <a:pt x="3519521" y="0"/>
                </a:lnTo>
                <a:lnTo>
                  <a:pt x="3519521" y="7016864"/>
                </a:lnTo>
                <a:lnTo>
                  <a:pt x="0" y="7016864"/>
                </a:lnTo>
                <a:lnTo>
                  <a:pt x="0" y="0"/>
                </a:lnTo>
                <a:close/>
              </a:path>
            </a:pathLst>
          </a:custGeom>
          <a:blipFill>
            <a:blip r:embed="rId6"/>
            <a:stretch>
              <a:fillRect t="-5194" b="-6267"/>
            </a:stretch>
          </a:blipFill>
        </p:spPr>
      </p:sp>
      <p:sp>
        <p:nvSpPr>
          <p:cNvPr id="8" name="Freeform 8"/>
          <p:cNvSpPr/>
          <p:nvPr/>
        </p:nvSpPr>
        <p:spPr>
          <a:xfrm>
            <a:off x="10804205" y="2803708"/>
            <a:ext cx="3511057" cy="7016864"/>
          </a:xfrm>
          <a:custGeom>
            <a:avLst/>
            <a:gdLst/>
            <a:ahLst/>
            <a:cxnLst/>
            <a:rect l="l" t="t" r="r" b="b"/>
            <a:pathLst>
              <a:path w="3511057" h="7016864">
                <a:moveTo>
                  <a:pt x="0" y="0"/>
                </a:moveTo>
                <a:lnTo>
                  <a:pt x="3511056" y="0"/>
                </a:lnTo>
                <a:lnTo>
                  <a:pt x="3511056" y="7016864"/>
                </a:lnTo>
                <a:lnTo>
                  <a:pt x="0" y="7016864"/>
                </a:lnTo>
                <a:lnTo>
                  <a:pt x="0" y="0"/>
                </a:lnTo>
                <a:close/>
              </a:path>
            </a:pathLst>
          </a:custGeom>
          <a:blipFill>
            <a:blip r:embed="rId7"/>
            <a:stretch>
              <a:fillRect t="-5182" b="-6011"/>
            </a:stretch>
          </a:blipFill>
        </p:spPr>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248113" y="857250"/>
            <a:ext cx="12011658" cy="1708151"/>
          </a:xfrm>
          <a:prstGeom prst="rect">
            <a:avLst/>
          </a:prstGeom>
        </p:spPr>
        <p:txBody>
          <a:bodyPr lIns="0" tIns="0" rIns="0" bIns="0" rtlCol="0" anchor="t">
            <a:spAutoFit/>
          </a:bodyPr>
          <a:lstStyle/>
          <a:p>
            <a:pPr marL="0" lvl="0" indent="0" algn="ctr">
              <a:lnSpc>
                <a:spcPts val="13999"/>
              </a:lnSpc>
              <a:spcBef>
                <a:spcPct val="0"/>
              </a:spcBef>
            </a:pPr>
            <a:r>
              <a:rPr lang="en-US" sz="9999">
                <a:solidFill>
                  <a:srgbClr val="0F4F36"/>
                </a:solidFill>
                <a:latin typeface="Anton"/>
                <a:ea typeface="Anton"/>
                <a:cs typeface="Anton"/>
                <a:sym typeface="Anton"/>
              </a:rPr>
              <a:t>Control</a:t>
            </a:r>
          </a:p>
        </p:txBody>
      </p:sp>
      <p:sp>
        <p:nvSpPr>
          <p:cNvPr id="3" name="Freeform 3"/>
          <p:cNvSpPr/>
          <p:nvPr/>
        </p:nvSpPr>
        <p:spPr>
          <a:xfrm rot="-1528532" flipH="1">
            <a:off x="-2101367" y="-999340"/>
            <a:ext cx="9285265" cy="3075157"/>
          </a:xfrm>
          <a:custGeom>
            <a:avLst/>
            <a:gdLst/>
            <a:ahLst/>
            <a:cxnLst/>
            <a:rect l="l" t="t" r="r" b="b"/>
            <a:pathLst>
              <a:path w="9285265" h="3075157">
                <a:moveTo>
                  <a:pt x="9285265" y="0"/>
                </a:moveTo>
                <a:lnTo>
                  <a:pt x="0" y="0"/>
                </a:lnTo>
                <a:lnTo>
                  <a:pt x="0" y="3075157"/>
                </a:lnTo>
                <a:lnTo>
                  <a:pt x="9285265" y="3075157"/>
                </a:lnTo>
                <a:lnTo>
                  <a:pt x="9285265"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250662" y="-198827"/>
            <a:ext cx="3002535" cy="3002535"/>
          </a:xfrm>
          <a:custGeom>
            <a:avLst/>
            <a:gdLst/>
            <a:ahLst/>
            <a:cxnLst/>
            <a:rect l="l" t="t" r="r" b="b"/>
            <a:pathLst>
              <a:path w="3002535" h="3002535">
                <a:moveTo>
                  <a:pt x="0" y="0"/>
                </a:moveTo>
                <a:lnTo>
                  <a:pt x="3002535" y="0"/>
                </a:lnTo>
                <a:lnTo>
                  <a:pt x="3002535" y="3002535"/>
                </a:lnTo>
                <a:lnTo>
                  <a:pt x="0" y="3002535"/>
                </a:lnTo>
                <a:lnTo>
                  <a:pt x="0" y="0"/>
                </a:lnTo>
                <a:close/>
              </a:path>
            </a:pathLst>
          </a:custGeom>
          <a:blipFill>
            <a:blip r:embed="rId4"/>
            <a:stretch>
              <a:fillRect/>
            </a:stretch>
          </a:blipFill>
        </p:spPr>
      </p:sp>
      <p:sp>
        <p:nvSpPr>
          <p:cNvPr id="5" name="Freeform 5"/>
          <p:cNvSpPr/>
          <p:nvPr/>
        </p:nvSpPr>
        <p:spPr>
          <a:xfrm rot="1186442">
            <a:off x="10607614" y="-1296238"/>
            <a:ext cx="9285265" cy="3075157"/>
          </a:xfrm>
          <a:custGeom>
            <a:avLst/>
            <a:gdLst/>
            <a:ahLst/>
            <a:cxnLst/>
            <a:rect l="l" t="t" r="r" b="b"/>
            <a:pathLst>
              <a:path w="9285265" h="3075157">
                <a:moveTo>
                  <a:pt x="0" y="0"/>
                </a:moveTo>
                <a:lnTo>
                  <a:pt x="9285265" y="0"/>
                </a:lnTo>
                <a:lnTo>
                  <a:pt x="9285265" y="3075157"/>
                </a:lnTo>
                <a:lnTo>
                  <a:pt x="0" y="307515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a:off x="1174406" y="3390004"/>
            <a:ext cx="16221075" cy="4953896"/>
            <a:chOff x="0" y="0"/>
            <a:chExt cx="4272217" cy="1082205"/>
          </a:xfrm>
        </p:grpSpPr>
        <p:sp>
          <p:nvSpPr>
            <p:cNvPr id="7" name="Freeform 7"/>
            <p:cNvSpPr/>
            <p:nvPr/>
          </p:nvSpPr>
          <p:spPr>
            <a:xfrm>
              <a:off x="0" y="0"/>
              <a:ext cx="4272217" cy="1082204"/>
            </a:xfrm>
            <a:custGeom>
              <a:avLst/>
              <a:gdLst/>
              <a:ahLst/>
              <a:cxnLst/>
              <a:rect l="l" t="t" r="r" b="b"/>
              <a:pathLst>
                <a:path w="4272217" h="1082204">
                  <a:moveTo>
                    <a:pt x="0" y="0"/>
                  </a:moveTo>
                  <a:lnTo>
                    <a:pt x="4272217" y="0"/>
                  </a:lnTo>
                  <a:lnTo>
                    <a:pt x="4272217" y="1082204"/>
                  </a:lnTo>
                  <a:lnTo>
                    <a:pt x="0" y="1082204"/>
                  </a:lnTo>
                  <a:close/>
                </a:path>
              </a:pathLst>
            </a:custGeom>
            <a:solidFill>
              <a:srgbClr val="E5EEB9"/>
            </a:solidFill>
          </p:spPr>
        </p:sp>
        <p:sp>
          <p:nvSpPr>
            <p:cNvPr id="8" name="TextBox 8"/>
            <p:cNvSpPr txBox="1"/>
            <p:nvPr/>
          </p:nvSpPr>
          <p:spPr>
            <a:xfrm>
              <a:off x="0" y="-57150"/>
              <a:ext cx="4272217" cy="1139355"/>
            </a:xfrm>
            <a:prstGeom prst="rect">
              <a:avLst/>
            </a:prstGeom>
          </p:spPr>
          <p:txBody>
            <a:bodyPr lIns="50800" tIns="50800" rIns="50800" bIns="50800" rtlCol="0" anchor="ctr"/>
            <a:lstStyle/>
            <a:p>
              <a:pPr marL="690881" lvl="1" indent="-345440" algn="l">
                <a:lnSpc>
                  <a:spcPts val="4480"/>
                </a:lnSpc>
                <a:buFont typeface="Arial"/>
                <a:buChar char="•"/>
              </a:pPr>
              <a:r>
                <a:rPr lang="en-US" sz="3200" b="1" dirty="0">
                  <a:solidFill>
                    <a:srgbClr val="000000"/>
                  </a:solidFill>
                  <a:latin typeface="Playfair Display Bold"/>
                  <a:ea typeface="Playfair Display Bold"/>
                  <a:cs typeface="Playfair Display Bold"/>
                  <a:sym typeface="Playfair Display Bold"/>
                </a:rPr>
                <a:t>Track Facebook and Instagram analytics using Meta Business Suite.</a:t>
              </a:r>
            </a:p>
            <a:p>
              <a:pPr marL="690881" lvl="1" indent="-345440" algn="l">
                <a:lnSpc>
                  <a:spcPts val="4480"/>
                </a:lnSpc>
                <a:buFont typeface="Arial"/>
                <a:buChar char="•"/>
              </a:pPr>
              <a:r>
                <a:rPr lang="en-US" sz="3200" b="1" dirty="0">
                  <a:solidFill>
                    <a:srgbClr val="000000"/>
                  </a:solidFill>
                  <a:latin typeface="Playfair Display Bold"/>
                  <a:ea typeface="Playfair Display Bold"/>
                  <a:cs typeface="Playfair Display Bold"/>
                  <a:sym typeface="Playfair Display Bold"/>
                </a:rPr>
                <a:t>Monitor reach, engagement, follower growth, and video performance every month.</a:t>
              </a:r>
            </a:p>
            <a:p>
              <a:pPr marL="690881" lvl="1" indent="-345440" algn="l">
                <a:lnSpc>
                  <a:spcPts val="4480"/>
                </a:lnSpc>
                <a:buFont typeface="Arial"/>
                <a:buChar char="•"/>
              </a:pPr>
              <a:r>
                <a:rPr lang="en-US" sz="3200" b="1" dirty="0">
                  <a:solidFill>
                    <a:srgbClr val="000000"/>
                  </a:solidFill>
                  <a:latin typeface="Playfair Display Bold"/>
                  <a:ea typeface="Playfair Display Bold"/>
                  <a:cs typeface="Playfair Display Bold"/>
                  <a:sym typeface="Playfair Display Bold"/>
                </a:rPr>
                <a:t>Collect participant feedback through surveys after each workshop or event.</a:t>
              </a:r>
            </a:p>
            <a:p>
              <a:pPr marL="690881" lvl="1" indent="-345440" algn="l">
                <a:lnSpc>
                  <a:spcPts val="4480"/>
                </a:lnSpc>
                <a:buFont typeface="Arial"/>
                <a:buChar char="•"/>
              </a:pPr>
              <a:r>
                <a:rPr lang="en-US" sz="3200" b="1" dirty="0">
                  <a:solidFill>
                    <a:srgbClr val="000000"/>
                  </a:solidFill>
                  <a:latin typeface="Playfair Display Bold"/>
                  <a:ea typeface="Playfair Display Bold"/>
                  <a:cs typeface="Playfair Display Bold"/>
                  <a:sym typeface="Playfair Display Bold"/>
                </a:rPr>
                <a:t>Compare actual results with SMART objectives and adjust the marketing strategy when needed.</a:t>
              </a:r>
            </a:p>
            <a:p>
              <a:pPr marL="690881" lvl="1" indent="-345440" algn="l">
                <a:lnSpc>
                  <a:spcPts val="4480"/>
                </a:lnSpc>
                <a:buFont typeface="Arial"/>
                <a:buChar char="•"/>
              </a:pPr>
              <a:r>
                <a:rPr lang="en-US" sz="3200" b="1" dirty="0">
                  <a:solidFill>
                    <a:srgbClr val="000000"/>
                  </a:solidFill>
                  <a:latin typeface="Playfair Display Bold"/>
                  <a:ea typeface="Playfair Display Bold"/>
                  <a:cs typeface="Playfair Display Bold"/>
                  <a:sym typeface="Playfair Display Bold"/>
                </a:rPr>
                <a:t>Review the content calendar monthly to identify the best-performing content types.</a:t>
              </a:r>
            </a:p>
          </p:txBody>
        </p:sp>
      </p:grpSp>
      <p:sp>
        <p:nvSpPr>
          <p:cNvPr id="9" name="TextBox 9"/>
          <p:cNvSpPr txBox="1"/>
          <p:nvPr/>
        </p:nvSpPr>
        <p:spPr>
          <a:xfrm>
            <a:off x="1450631" y="2489201"/>
            <a:ext cx="5943212" cy="762000"/>
          </a:xfrm>
          <a:prstGeom prst="rect">
            <a:avLst/>
          </a:prstGeom>
        </p:spPr>
        <p:txBody>
          <a:bodyPr wrap="square" lIns="0" tIns="0" rIns="0" bIns="0" rtlCol="0" anchor="t">
            <a:spAutoFit/>
          </a:bodyPr>
          <a:lstStyle/>
          <a:p>
            <a:pPr algn="ctr">
              <a:lnSpc>
                <a:spcPts val="6299"/>
              </a:lnSpc>
            </a:pPr>
            <a:r>
              <a:rPr lang="en-US" sz="4500" b="1" dirty="0">
                <a:solidFill>
                  <a:srgbClr val="0F4F36"/>
                </a:solidFill>
                <a:latin typeface="Playfair Display Bold"/>
                <a:ea typeface="Playfair Display Bold"/>
                <a:cs typeface="Playfair Display Bold"/>
                <a:sym typeface="Playfair Display Bold"/>
              </a:rPr>
              <a:t>Monitoring Methods: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335132" flipH="1" flipV="1">
            <a:off x="-3799864" y="7158886"/>
            <a:ext cx="10390715" cy="3441267"/>
          </a:xfrm>
          <a:custGeom>
            <a:avLst/>
            <a:gdLst/>
            <a:ahLst/>
            <a:cxnLst/>
            <a:rect l="l" t="t" r="r" b="b"/>
            <a:pathLst>
              <a:path w="10390715" h="3441267">
                <a:moveTo>
                  <a:pt x="10390715" y="3441267"/>
                </a:moveTo>
                <a:lnTo>
                  <a:pt x="0" y="3441267"/>
                </a:lnTo>
                <a:lnTo>
                  <a:pt x="0" y="0"/>
                </a:lnTo>
                <a:lnTo>
                  <a:pt x="10390715" y="0"/>
                </a:lnTo>
                <a:lnTo>
                  <a:pt x="10390715" y="3441267"/>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rot="-1355830">
            <a:off x="8540398" y="-3551006"/>
            <a:ext cx="11800284" cy="17492038"/>
            <a:chOff x="0" y="0"/>
            <a:chExt cx="3107894" cy="4606957"/>
          </a:xfrm>
        </p:grpSpPr>
        <p:sp>
          <p:nvSpPr>
            <p:cNvPr id="4" name="Freeform 4"/>
            <p:cNvSpPr/>
            <p:nvPr/>
          </p:nvSpPr>
          <p:spPr>
            <a:xfrm>
              <a:off x="0" y="0"/>
              <a:ext cx="3107894" cy="4606956"/>
            </a:xfrm>
            <a:custGeom>
              <a:avLst/>
              <a:gdLst/>
              <a:ahLst/>
              <a:cxnLst/>
              <a:rect l="l" t="t" r="r" b="b"/>
              <a:pathLst>
                <a:path w="3107894" h="4606956">
                  <a:moveTo>
                    <a:pt x="0" y="0"/>
                  </a:moveTo>
                  <a:lnTo>
                    <a:pt x="3107894" y="0"/>
                  </a:lnTo>
                  <a:lnTo>
                    <a:pt x="3107894" y="4606956"/>
                  </a:lnTo>
                  <a:lnTo>
                    <a:pt x="0" y="4606956"/>
                  </a:lnTo>
                  <a:close/>
                </a:path>
              </a:pathLst>
            </a:custGeom>
            <a:solidFill>
              <a:srgbClr val="0F4F36"/>
            </a:solidFill>
          </p:spPr>
        </p:sp>
        <p:sp>
          <p:nvSpPr>
            <p:cNvPr id="5" name="TextBox 5"/>
            <p:cNvSpPr txBox="1"/>
            <p:nvPr/>
          </p:nvSpPr>
          <p:spPr>
            <a:xfrm>
              <a:off x="0" y="-38100"/>
              <a:ext cx="3107894" cy="4645057"/>
            </a:xfrm>
            <a:prstGeom prst="rect">
              <a:avLst/>
            </a:prstGeom>
          </p:spPr>
          <p:txBody>
            <a:bodyPr lIns="50800" tIns="50800" rIns="50800" bIns="50800" rtlCol="0" anchor="ctr"/>
            <a:lstStyle/>
            <a:p>
              <a:pPr algn="ctr">
                <a:lnSpc>
                  <a:spcPts val="3295"/>
                </a:lnSpc>
              </a:pPr>
              <a:endParaRPr/>
            </a:p>
          </p:txBody>
        </p:sp>
      </p:grpSp>
      <p:grpSp>
        <p:nvGrpSpPr>
          <p:cNvPr id="6" name="Group 6"/>
          <p:cNvGrpSpPr/>
          <p:nvPr/>
        </p:nvGrpSpPr>
        <p:grpSpPr>
          <a:xfrm>
            <a:off x="5997671" y="475589"/>
            <a:ext cx="1295987" cy="1178191"/>
            <a:chOff x="0" y="0"/>
            <a:chExt cx="1727982" cy="1570921"/>
          </a:xfrm>
        </p:grpSpPr>
        <p:grpSp>
          <p:nvGrpSpPr>
            <p:cNvPr id="7" name="Group 7"/>
            <p:cNvGrpSpPr/>
            <p:nvPr/>
          </p:nvGrpSpPr>
          <p:grpSpPr>
            <a:xfrm>
              <a:off x="157061" y="0"/>
              <a:ext cx="1570921" cy="1570921"/>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3B453"/>
              </a:solidFill>
            </p:spPr>
          </p:sp>
          <p:sp>
            <p:nvSpPr>
              <p:cNvPr id="9" name="TextBox 9"/>
              <p:cNvSpPr txBox="1"/>
              <p:nvPr/>
            </p:nvSpPr>
            <p:spPr>
              <a:xfrm>
                <a:off x="76200" y="28575"/>
                <a:ext cx="660400" cy="708025"/>
              </a:xfrm>
              <a:prstGeom prst="rect">
                <a:avLst/>
              </a:prstGeom>
            </p:spPr>
            <p:txBody>
              <a:bodyPr lIns="50800" tIns="50800" rIns="50800" bIns="50800" rtlCol="0" anchor="ctr"/>
              <a:lstStyle/>
              <a:p>
                <a:pPr algn="ctr">
                  <a:lnSpc>
                    <a:spcPts val="3295"/>
                  </a:lnSpc>
                </a:pPr>
                <a:endParaRPr/>
              </a:p>
            </p:txBody>
          </p:sp>
        </p:grpSp>
        <p:sp>
          <p:nvSpPr>
            <p:cNvPr id="10" name="TextBox 10"/>
            <p:cNvSpPr txBox="1"/>
            <p:nvPr/>
          </p:nvSpPr>
          <p:spPr>
            <a:xfrm>
              <a:off x="0" y="229781"/>
              <a:ext cx="1727982" cy="985308"/>
            </a:xfrm>
            <a:prstGeom prst="rect">
              <a:avLst/>
            </a:prstGeom>
          </p:spPr>
          <p:txBody>
            <a:bodyPr lIns="0" tIns="0" rIns="0" bIns="0" rtlCol="0" anchor="t">
              <a:spAutoFit/>
            </a:bodyPr>
            <a:lstStyle/>
            <a:p>
              <a:pPr algn="ctr">
                <a:lnSpc>
                  <a:spcPts val="5224"/>
                </a:lnSpc>
              </a:pPr>
              <a:r>
                <a:rPr lang="en-US" sz="5499" b="1" spc="-274">
                  <a:solidFill>
                    <a:srgbClr val="0F4F36"/>
                  </a:solidFill>
                  <a:latin typeface="Playfair Display Bold"/>
                  <a:ea typeface="Playfair Display Bold"/>
                  <a:cs typeface="Playfair Display Bold"/>
                  <a:sym typeface="Playfair Display Bold"/>
                </a:rPr>
                <a:t>01</a:t>
              </a:r>
            </a:p>
          </p:txBody>
        </p:sp>
      </p:grpSp>
      <p:sp>
        <p:nvSpPr>
          <p:cNvPr id="11" name="TextBox 11"/>
          <p:cNvSpPr txBox="1"/>
          <p:nvPr/>
        </p:nvSpPr>
        <p:spPr>
          <a:xfrm>
            <a:off x="7425260" y="281094"/>
            <a:ext cx="10586292" cy="1462405"/>
          </a:xfrm>
          <a:prstGeom prst="rect">
            <a:avLst/>
          </a:prstGeom>
        </p:spPr>
        <p:txBody>
          <a:bodyPr lIns="0" tIns="0" rIns="0" bIns="0" rtlCol="0" anchor="t">
            <a:spAutoFit/>
          </a:bodyPr>
          <a:lstStyle/>
          <a:p>
            <a:pPr algn="l">
              <a:lnSpc>
                <a:spcPts val="3919"/>
              </a:lnSpc>
            </a:pPr>
            <a:r>
              <a:rPr lang="en-US" sz="2799" b="1">
                <a:solidFill>
                  <a:srgbClr val="FFFFFF"/>
                </a:solidFill>
                <a:latin typeface="Playfair Display Bold"/>
                <a:ea typeface="Playfair Display Bold"/>
                <a:cs typeface="Playfair Display Bold"/>
                <a:sym typeface="Playfair Display Bold"/>
              </a:rPr>
              <a:t>Develop a Consistent Content Calendar</a:t>
            </a:r>
            <a:r>
              <a:rPr lang="en-US" sz="2799">
                <a:solidFill>
                  <a:srgbClr val="FFFFFF"/>
                </a:solidFill>
                <a:latin typeface="Playfair Display"/>
                <a:ea typeface="Playfair Display"/>
                <a:cs typeface="Playfair Display"/>
                <a:sym typeface="Playfair Display"/>
              </a:rPr>
              <a:t>, Publish 4–5 posts and at least 3 Reels per week to maintain audience engagement and improve page visibility.</a:t>
            </a:r>
          </a:p>
        </p:txBody>
      </p:sp>
      <p:grpSp>
        <p:nvGrpSpPr>
          <p:cNvPr id="12" name="Group 12"/>
          <p:cNvGrpSpPr/>
          <p:nvPr/>
        </p:nvGrpSpPr>
        <p:grpSpPr>
          <a:xfrm>
            <a:off x="9110986" y="8771024"/>
            <a:ext cx="1178191" cy="1178191"/>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3B453"/>
            </a:solidFill>
          </p:spPr>
        </p:sp>
        <p:sp>
          <p:nvSpPr>
            <p:cNvPr id="14" name="TextBox 14"/>
            <p:cNvSpPr txBox="1"/>
            <p:nvPr/>
          </p:nvSpPr>
          <p:spPr>
            <a:xfrm>
              <a:off x="76200" y="38100"/>
              <a:ext cx="660400" cy="698500"/>
            </a:xfrm>
            <a:prstGeom prst="rect">
              <a:avLst/>
            </a:prstGeom>
          </p:spPr>
          <p:txBody>
            <a:bodyPr lIns="50800" tIns="50800" rIns="50800" bIns="50800" rtlCol="0" anchor="ctr"/>
            <a:lstStyle/>
            <a:p>
              <a:pPr algn="ctr">
                <a:lnSpc>
                  <a:spcPts val="3295"/>
                </a:lnSpc>
              </a:pPr>
              <a:endParaRPr/>
            </a:p>
          </p:txBody>
        </p:sp>
      </p:grpSp>
      <p:sp>
        <p:nvSpPr>
          <p:cNvPr id="15" name="TextBox 15"/>
          <p:cNvSpPr txBox="1"/>
          <p:nvPr/>
        </p:nvSpPr>
        <p:spPr>
          <a:xfrm>
            <a:off x="8993190" y="8989816"/>
            <a:ext cx="1295987" cy="712032"/>
          </a:xfrm>
          <a:prstGeom prst="rect">
            <a:avLst/>
          </a:prstGeom>
        </p:spPr>
        <p:txBody>
          <a:bodyPr lIns="0" tIns="0" rIns="0" bIns="0" rtlCol="0" anchor="t">
            <a:spAutoFit/>
          </a:bodyPr>
          <a:lstStyle/>
          <a:p>
            <a:pPr marL="0" lvl="0" indent="0" algn="ctr">
              <a:lnSpc>
                <a:spcPts val="5224"/>
              </a:lnSpc>
              <a:spcBef>
                <a:spcPct val="0"/>
              </a:spcBef>
            </a:pPr>
            <a:r>
              <a:rPr lang="en-US" sz="5499" b="1" u="none" strike="noStrike" spc="-274">
                <a:solidFill>
                  <a:srgbClr val="0F4F36"/>
                </a:solidFill>
                <a:latin typeface="Playfair Display Bold"/>
                <a:ea typeface="Playfair Display Bold"/>
                <a:cs typeface="Playfair Display Bold"/>
                <a:sym typeface="Playfair Display Bold"/>
              </a:rPr>
              <a:t>05</a:t>
            </a:r>
          </a:p>
        </p:txBody>
      </p:sp>
      <p:grpSp>
        <p:nvGrpSpPr>
          <p:cNvPr id="16" name="Group 16"/>
          <p:cNvGrpSpPr/>
          <p:nvPr/>
        </p:nvGrpSpPr>
        <p:grpSpPr>
          <a:xfrm>
            <a:off x="7649579" y="4701168"/>
            <a:ext cx="1178191" cy="1178191"/>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3B453"/>
            </a:solidFill>
          </p:spPr>
        </p:sp>
        <p:sp>
          <p:nvSpPr>
            <p:cNvPr id="18" name="TextBox 18"/>
            <p:cNvSpPr txBox="1"/>
            <p:nvPr/>
          </p:nvSpPr>
          <p:spPr>
            <a:xfrm>
              <a:off x="76200" y="38100"/>
              <a:ext cx="660400" cy="698500"/>
            </a:xfrm>
            <a:prstGeom prst="rect">
              <a:avLst/>
            </a:prstGeom>
          </p:spPr>
          <p:txBody>
            <a:bodyPr lIns="50800" tIns="50800" rIns="50800" bIns="50800" rtlCol="0" anchor="ctr"/>
            <a:lstStyle/>
            <a:p>
              <a:pPr algn="ctr">
                <a:lnSpc>
                  <a:spcPts val="3295"/>
                </a:lnSpc>
              </a:pPr>
              <a:endParaRPr/>
            </a:p>
          </p:txBody>
        </p:sp>
      </p:grpSp>
      <p:sp>
        <p:nvSpPr>
          <p:cNvPr id="19" name="TextBox 19"/>
          <p:cNvSpPr txBox="1"/>
          <p:nvPr/>
        </p:nvSpPr>
        <p:spPr>
          <a:xfrm>
            <a:off x="7531783" y="4864564"/>
            <a:ext cx="1295987" cy="712032"/>
          </a:xfrm>
          <a:prstGeom prst="rect">
            <a:avLst/>
          </a:prstGeom>
        </p:spPr>
        <p:txBody>
          <a:bodyPr lIns="0" tIns="0" rIns="0" bIns="0" rtlCol="0" anchor="t">
            <a:spAutoFit/>
          </a:bodyPr>
          <a:lstStyle/>
          <a:p>
            <a:pPr marL="0" lvl="0" indent="0" algn="ctr">
              <a:lnSpc>
                <a:spcPts val="5224"/>
              </a:lnSpc>
              <a:spcBef>
                <a:spcPct val="0"/>
              </a:spcBef>
            </a:pPr>
            <a:r>
              <a:rPr lang="en-US" sz="5499" b="1" u="none" strike="noStrike" spc="-274">
                <a:solidFill>
                  <a:srgbClr val="0F4F36"/>
                </a:solidFill>
                <a:latin typeface="Playfair Display Bold"/>
                <a:ea typeface="Playfair Display Bold"/>
                <a:cs typeface="Playfair Display Bold"/>
                <a:sym typeface="Playfair Display Bold"/>
              </a:rPr>
              <a:t>03</a:t>
            </a:r>
          </a:p>
        </p:txBody>
      </p:sp>
      <p:grpSp>
        <p:nvGrpSpPr>
          <p:cNvPr id="20" name="Group 20"/>
          <p:cNvGrpSpPr/>
          <p:nvPr/>
        </p:nvGrpSpPr>
        <p:grpSpPr>
          <a:xfrm>
            <a:off x="8404095" y="6793759"/>
            <a:ext cx="1178191" cy="1178191"/>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3B453"/>
            </a:solidFill>
          </p:spPr>
        </p:sp>
        <p:sp>
          <p:nvSpPr>
            <p:cNvPr id="22" name="TextBox 22"/>
            <p:cNvSpPr txBox="1"/>
            <p:nvPr/>
          </p:nvSpPr>
          <p:spPr>
            <a:xfrm>
              <a:off x="76200" y="38100"/>
              <a:ext cx="660400" cy="698500"/>
            </a:xfrm>
            <a:prstGeom prst="rect">
              <a:avLst/>
            </a:prstGeom>
          </p:spPr>
          <p:txBody>
            <a:bodyPr lIns="50800" tIns="50800" rIns="50800" bIns="50800" rtlCol="0" anchor="ctr"/>
            <a:lstStyle/>
            <a:p>
              <a:pPr algn="ctr">
                <a:lnSpc>
                  <a:spcPts val="3295"/>
                </a:lnSpc>
              </a:pPr>
              <a:endParaRPr/>
            </a:p>
          </p:txBody>
        </p:sp>
      </p:grpSp>
      <p:sp>
        <p:nvSpPr>
          <p:cNvPr id="23" name="TextBox 23"/>
          <p:cNvSpPr txBox="1"/>
          <p:nvPr/>
        </p:nvSpPr>
        <p:spPr>
          <a:xfrm>
            <a:off x="8286299" y="6926826"/>
            <a:ext cx="1295987" cy="712032"/>
          </a:xfrm>
          <a:prstGeom prst="rect">
            <a:avLst/>
          </a:prstGeom>
        </p:spPr>
        <p:txBody>
          <a:bodyPr lIns="0" tIns="0" rIns="0" bIns="0" rtlCol="0" anchor="t">
            <a:spAutoFit/>
          </a:bodyPr>
          <a:lstStyle/>
          <a:p>
            <a:pPr marL="0" lvl="0" indent="0" algn="ctr">
              <a:lnSpc>
                <a:spcPts val="5224"/>
              </a:lnSpc>
              <a:spcBef>
                <a:spcPct val="0"/>
              </a:spcBef>
            </a:pPr>
            <a:r>
              <a:rPr lang="en-US" sz="5499" b="1" u="none" strike="noStrike" spc="-274">
                <a:solidFill>
                  <a:srgbClr val="0F4F36"/>
                </a:solidFill>
                <a:latin typeface="Playfair Display Bold"/>
                <a:ea typeface="Playfair Display Bold"/>
                <a:cs typeface="Playfair Display Bold"/>
                <a:sym typeface="Playfair Display Bold"/>
              </a:rPr>
              <a:t>04</a:t>
            </a:r>
          </a:p>
        </p:txBody>
      </p:sp>
      <p:grpSp>
        <p:nvGrpSpPr>
          <p:cNvPr id="24" name="Group 24"/>
          <p:cNvGrpSpPr/>
          <p:nvPr/>
        </p:nvGrpSpPr>
        <p:grpSpPr>
          <a:xfrm>
            <a:off x="6836165" y="2530397"/>
            <a:ext cx="1178191" cy="1178191"/>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3B453"/>
            </a:solidFill>
          </p:spPr>
        </p:sp>
        <p:sp>
          <p:nvSpPr>
            <p:cNvPr id="26" name="TextBox 26"/>
            <p:cNvSpPr txBox="1"/>
            <p:nvPr/>
          </p:nvSpPr>
          <p:spPr>
            <a:xfrm>
              <a:off x="76200" y="38100"/>
              <a:ext cx="660400" cy="698500"/>
            </a:xfrm>
            <a:prstGeom prst="rect">
              <a:avLst/>
            </a:prstGeom>
          </p:spPr>
          <p:txBody>
            <a:bodyPr lIns="50800" tIns="50800" rIns="50800" bIns="50800" rtlCol="0" anchor="ctr"/>
            <a:lstStyle/>
            <a:p>
              <a:pPr algn="ctr">
                <a:lnSpc>
                  <a:spcPts val="3295"/>
                </a:lnSpc>
              </a:pPr>
              <a:endParaRPr/>
            </a:p>
          </p:txBody>
        </p:sp>
      </p:grpSp>
      <p:sp>
        <p:nvSpPr>
          <p:cNvPr id="27" name="TextBox 27"/>
          <p:cNvSpPr txBox="1"/>
          <p:nvPr/>
        </p:nvSpPr>
        <p:spPr>
          <a:xfrm>
            <a:off x="6767742" y="2682797"/>
            <a:ext cx="1295987" cy="712032"/>
          </a:xfrm>
          <a:prstGeom prst="rect">
            <a:avLst/>
          </a:prstGeom>
        </p:spPr>
        <p:txBody>
          <a:bodyPr lIns="0" tIns="0" rIns="0" bIns="0" rtlCol="0" anchor="t">
            <a:spAutoFit/>
          </a:bodyPr>
          <a:lstStyle/>
          <a:p>
            <a:pPr marL="0" lvl="0" indent="0" algn="ctr">
              <a:lnSpc>
                <a:spcPts val="5224"/>
              </a:lnSpc>
              <a:spcBef>
                <a:spcPct val="0"/>
              </a:spcBef>
            </a:pPr>
            <a:r>
              <a:rPr lang="en-US" sz="5499" b="1" u="none" strike="noStrike" spc="-274">
                <a:solidFill>
                  <a:srgbClr val="0F4F36"/>
                </a:solidFill>
                <a:latin typeface="Playfair Display Bold"/>
                <a:ea typeface="Playfair Display Bold"/>
                <a:cs typeface="Playfair Display Bold"/>
                <a:sym typeface="Playfair Display Bold"/>
              </a:rPr>
              <a:t>02</a:t>
            </a:r>
          </a:p>
        </p:txBody>
      </p:sp>
      <p:sp>
        <p:nvSpPr>
          <p:cNvPr id="28" name="TextBox 28"/>
          <p:cNvSpPr txBox="1"/>
          <p:nvPr/>
        </p:nvSpPr>
        <p:spPr>
          <a:xfrm>
            <a:off x="8170122" y="2145860"/>
            <a:ext cx="9642868" cy="1957705"/>
          </a:xfrm>
          <a:prstGeom prst="rect">
            <a:avLst/>
          </a:prstGeom>
        </p:spPr>
        <p:txBody>
          <a:bodyPr lIns="0" tIns="0" rIns="0" bIns="0" rtlCol="0" anchor="t">
            <a:spAutoFit/>
          </a:bodyPr>
          <a:lstStyle/>
          <a:p>
            <a:pPr algn="l">
              <a:lnSpc>
                <a:spcPts val="3919"/>
              </a:lnSpc>
            </a:pPr>
            <a:r>
              <a:rPr lang="en-US" sz="2799">
                <a:solidFill>
                  <a:srgbClr val="FFFFFF"/>
                </a:solidFill>
                <a:latin typeface="Playfair Display"/>
                <a:ea typeface="Playfair Display"/>
                <a:cs typeface="Playfair Display"/>
                <a:sym typeface="Playfair Display"/>
              </a:rPr>
              <a:t>I</a:t>
            </a:r>
            <a:r>
              <a:rPr lang="en-US" sz="2799" b="1">
                <a:solidFill>
                  <a:srgbClr val="FFFFFF"/>
                </a:solidFill>
                <a:latin typeface="Playfair Display Bold"/>
                <a:ea typeface="Playfair Display Bold"/>
                <a:cs typeface="Playfair Display Bold"/>
                <a:sym typeface="Playfair Display Bold"/>
              </a:rPr>
              <a:t>ncrease the Use of Short-Form Videos</a:t>
            </a:r>
            <a:r>
              <a:rPr lang="en-US" sz="2799">
                <a:solidFill>
                  <a:srgbClr val="FFFFFF"/>
                </a:solidFill>
                <a:latin typeface="Playfair Display"/>
                <a:ea typeface="Playfair Display"/>
                <a:cs typeface="Playfair Display"/>
                <a:sym typeface="Playfair Display"/>
              </a:rPr>
              <a:t>, Create educational and behind-the-scenes Reels showcasing workshops, volunteering activities, and success stories to increase organic reach.</a:t>
            </a:r>
          </a:p>
        </p:txBody>
      </p:sp>
      <p:sp>
        <p:nvSpPr>
          <p:cNvPr id="29" name="TextBox 29"/>
          <p:cNvSpPr txBox="1"/>
          <p:nvPr/>
        </p:nvSpPr>
        <p:spPr>
          <a:xfrm>
            <a:off x="8945868" y="4485505"/>
            <a:ext cx="9154502" cy="1462405"/>
          </a:xfrm>
          <a:prstGeom prst="rect">
            <a:avLst/>
          </a:prstGeom>
        </p:spPr>
        <p:txBody>
          <a:bodyPr lIns="0" tIns="0" rIns="0" bIns="0" rtlCol="0" anchor="t">
            <a:spAutoFit/>
          </a:bodyPr>
          <a:lstStyle/>
          <a:p>
            <a:pPr algn="l">
              <a:lnSpc>
                <a:spcPts val="3919"/>
              </a:lnSpc>
            </a:pPr>
            <a:r>
              <a:rPr lang="en-US" sz="2799" b="1">
                <a:solidFill>
                  <a:srgbClr val="FFFFFF"/>
                </a:solidFill>
                <a:latin typeface="Playfair Display Bold"/>
                <a:ea typeface="Playfair Display Bold"/>
                <a:cs typeface="Playfair Display Bold"/>
                <a:sym typeface="Playfair Display Bold"/>
              </a:rPr>
              <a:t>Improve Visual Branding,</a:t>
            </a:r>
            <a:r>
              <a:rPr lang="en-US" sz="2799">
                <a:solidFill>
                  <a:srgbClr val="FFFFFF"/>
                </a:solidFill>
                <a:latin typeface="Playfair Display"/>
                <a:ea typeface="Playfair Display"/>
                <a:cs typeface="Playfair Display"/>
                <a:sym typeface="Playfair Display"/>
              </a:rPr>
              <a:t> Use a consistent color palette, typography, and design style across all posts to strengthen the page’s identity and professionalism.</a:t>
            </a:r>
          </a:p>
        </p:txBody>
      </p:sp>
      <p:sp>
        <p:nvSpPr>
          <p:cNvPr id="30" name="TextBox 30"/>
          <p:cNvSpPr txBox="1"/>
          <p:nvPr/>
        </p:nvSpPr>
        <p:spPr>
          <a:xfrm>
            <a:off x="9709607" y="6484329"/>
            <a:ext cx="8489912" cy="1425575"/>
          </a:xfrm>
          <a:prstGeom prst="rect">
            <a:avLst/>
          </a:prstGeom>
        </p:spPr>
        <p:txBody>
          <a:bodyPr lIns="0" tIns="0" rIns="0" bIns="0" rtlCol="0" anchor="t">
            <a:spAutoFit/>
          </a:bodyPr>
          <a:lstStyle/>
          <a:p>
            <a:pPr algn="l">
              <a:lnSpc>
                <a:spcPts val="3919"/>
              </a:lnSpc>
            </a:pPr>
            <a:r>
              <a:rPr lang="en-US" sz="2799" b="1">
                <a:solidFill>
                  <a:srgbClr val="FFFFFF"/>
                </a:solidFill>
                <a:latin typeface="Playfair Display Bold"/>
                <a:ea typeface="Playfair Display Bold"/>
                <a:cs typeface="Playfair Display Bold"/>
                <a:sym typeface="Playfair Display Bold"/>
              </a:rPr>
              <a:t>Post More Interactive Content</a:t>
            </a:r>
            <a:r>
              <a:rPr lang="en-US" sz="2799">
                <a:solidFill>
                  <a:srgbClr val="FFFFFF"/>
                </a:solidFill>
                <a:latin typeface="Playfair Display"/>
                <a:ea typeface="Playfair Display"/>
                <a:cs typeface="Playfair Display"/>
                <a:sym typeface="Playfair Display"/>
              </a:rPr>
              <a:t>, Use polls, quizzes, </a:t>
            </a:r>
          </a:p>
          <a:p>
            <a:pPr algn="l">
              <a:lnSpc>
                <a:spcPts val="3779"/>
              </a:lnSpc>
            </a:pPr>
            <a:r>
              <a:rPr lang="en-US" sz="2700">
                <a:solidFill>
                  <a:srgbClr val="FFFFFF"/>
                </a:solidFill>
                <a:latin typeface="Playfair Display"/>
                <a:ea typeface="Playfair Display"/>
                <a:cs typeface="Playfair Display"/>
                <a:sym typeface="Playfair Display"/>
              </a:rPr>
              <a:t>“Did You Know?” posts, Q&amp;A sessions, and discussion questions to encourage comments and shares.</a:t>
            </a:r>
          </a:p>
        </p:txBody>
      </p:sp>
      <p:sp>
        <p:nvSpPr>
          <p:cNvPr id="31" name="TextBox 31"/>
          <p:cNvSpPr txBox="1"/>
          <p:nvPr/>
        </p:nvSpPr>
        <p:spPr>
          <a:xfrm>
            <a:off x="10476748" y="8458650"/>
            <a:ext cx="7633147" cy="1425575"/>
          </a:xfrm>
          <a:prstGeom prst="rect">
            <a:avLst/>
          </a:prstGeom>
        </p:spPr>
        <p:txBody>
          <a:bodyPr lIns="0" tIns="0" rIns="0" bIns="0" rtlCol="0" anchor="t">
            <a:spAutoFit/>
          </a:bodyPr>
          <a:lstStyle/>
          <a:p>
            <a:pPr algn="l">
              <a:lnSpc>
                <a:spcPts val="3919"/>
              </a:lnSpc>
            </a:pPr>
            <a:r>
              <a:rPr lang="en-US" sz="2799" b="1">
                <a:solidFill>
                  <a:srgbClr val="FFFFFF"/>
                </a:solidFill>
                <a:latin typeface="Playfair Display Bold"/>
                <a:ea typeface="Playfair Display Bold"/>
                <a:cs typeface="Playfair Display Bold"/>
                <a:sym typeface="Playfair Display Bold"/>
              </a:rPr>
              <a:t>Highlight Success Stories,</a:t>
            </a:r>
            <a:r>
              <a:rPr lang="en-US" sz="2799">
                <a:solidFill>
                  <a:srgbClr val="FFFFFF"/>
                </a:solidFill>
                <a:latin typeface="Playfair Display"/>
                <a:ea typeface="Playfair Display"/>
                <a:cs typeface="Playfair Display"/>
                <a:sym typeface="Playfair Display"/>
              </a:rPr>
              <a:t> Share testimonials</a:t>
            </a:r>
          </a:p>
          <a:p>
            <a:pPr algn="l">
              <a:lnSpc>
                <a:spcPts val="3779"/>
              </a:lnSpc>
            </a:pPr>
            <a:r>
              <a:rPr lang="en-US" sz="2700">
                <a:solidFill>
                  <a:srgbClr val="FFFFFF"/>
                </a:solidFill>
                <a:latin typeface="Playfair Display"/>
                <a:ea typeface="Playfair Display"/>
                <a:cs typeface="Playfair Display"/>
                <a:sym typeface="Playfair Display"/>
              </a:rPr>
              <a:t>and achievements of volunteers and participants to build trust and inspire new members to join.</a:t>
            </a:r>
          </a:p>
        </p:txBody>
      </p:sp>
      <p:sp>
        <p:nvSpPr>
          <p:cNvPr id="32" name="TextBox 32"/>
          <p:cNvSpPr txBox="1"/>
          <p:nvPr/>
        </p:nvSpPr>
        <p:spPr>
          <a:xfrm>
            <a:off x="19050" y="3255852"/>
            <a:ext cx="7232892" cy="3479801"/>
          </a:xfrm>
          <a:prstGeom prst="rect">
            <a:avLst/>
          </a:prstGeom>
        </p:spPr>
        <p:txBody>
          <a:bodyPr lIns="0" tIns="0" rIns="0" bIns="0" rtlCol="0" anchor="t">
            <a:spAutoFit/>
          </a:bodyPr>
          <a:lstStyle/>
          <a:p>
            <a:pPr marL="0" lvl="0" indent="0" algn="ctr">
              <a:lnSpc>
                <a:spcPts val="13999"/>
              </a:lnSpc>
              <a:spcBef>
                <a:spcPct val="0"/>
              </a:spcBef>
            </a:pPr>
            <a:r>
              <a:rPr lang="en-US" sz="9999">
                <a:solidFill>
                  <a:srgbClr val="0F4F36"/>
                </a:solidFill>
                <a:latin typeface="Anton"/>
                <a:ea typeface="Anton"/>
                <a:cs typeface="Anton"/>
                <a:sym typeface="Anton"/>
              </a:rPr>
              <a:t>Recommend-ations</a:t>
            </a:r>
          </a:p>
        </p:txBody>
      </p:sp>
      <p:sp>
        <p:nvSpPr>
          <p:cNvPr id="33" name="Freeform 33"/>
          <p:cNvSpPr/>
          <p:nvPr/>
        </p:nvSpPr>
        <p:spPr>
          <a:xfrm>
            <a:off x="-250662" y="-198827"/>
            <a:ext cx="3002535" cy="3002535"/>
          </a:xfrm>
          <a:custGeom>
            <a:avLst/>
            <a:gdLst/>
            <a:ahLst/>
            <a:cxnLst/>
            <a:rect l="l" t="t" r="r" b="b"/>
            <a:pathLst>
              <a:path w="3002535" h="3002535">
                <a:moveTo>
                  <a:pt x="0" y="0"/>
                </a:moveTo>
                <a:lnTo>
                  <a:pt x="3002535" y="0"/>
                </a:lnTo>
                <a:lnTo>
                  <a:pt x="3002535" y="3002535"/>
                </a:lnTo>
                <a:lnTo>
                  <a:pt x="0" y="3002535"/>
                </a:lnTo>
                <a:lnTo>
                  <a:pt x="0" y="0"/>
                </a:lnTo>
                <a:close/>
              </a:path>
            </a:pathLst>
          </a:custGeom>
          <a:blipFill>
            <a:blip r:embed="rId4"/>
            <a:stretch>
              <a:fillRect/>
            </a:stretch>
          </a:blipFill>
        </p:spPr>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335132" flipH="1" flipV="1">
            <a:off x="-3799864" y="7158886"/>
            <a:ext cx="10390715" cy="3441267"/>
          </a:xfrm>
          <a:custGeom>
            <a:avLst/>
            <a:gdLst/>
            <a:ahLst/>
            <a:cxnLst/>
            <a:rect l="l" t="t" r="r" b="b"/>
            <a:pathLst>
              <a:path w="10390715" h="3441267">
                <a:moveTo>
                  <a:pt x="10390715" y="3441267"/>
                </a:moveTo>
                <a:lnTo>
                  <a:pt x="0" y="3441267"/>
                </a:lnTo>
                <a:lnTo>
                  <a:pt x="0" y="0"/>
                </a:lnTo>
                <a:lnTo>
                  <a:pt x="10390715" y="0"/>
                </a:lnTo>
                <a:lnTo>
                  <a:pt x="10390715" y="3441267"/>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rot="-1355830">
            <a:off x="8540398" y="-3551006"/>
            <a:ext cx="11800284" cy="17492038"/>
            <a:chOff x="0" y="0"/>
            <a:chExt cx="3107894" cy="4606957"/>
          </a:xfrm>
        </p:grpSpPr>
        <p:sp>
          <p:nvSpPr>
            <p:cNvPr id="4" name="Freeform 4"/>
            <p:cNvSpPr/>
            <p:nvPr/>
          </p:nvSpPr>
          <p:spPr>
            <a:xfrm>
              <a:off x="0" y="0"/>
              <a:ext cx="3107894" cy="4606956"/>
            </a:xfrm>
            <a:custGeom>
              <a:avLst/>
              <a:gdLst/>
              <a:ahLst/>
              <a:cxnLst/>
              <a:rect l="l" t="t" r="r" b="b"/>
              <a:pathLst>
                <a:path w="3107894" h="4606956">
                  <a:moveTo>
                    <a:pt x="0" y="0"/>
                  </a:moveTo>
                  <a:lnTo>
                    <a:pt x="3107894" y="0"/>
                  </a:lnTo>
                  <a:lnTo>
                    <a:pt x="3107894" y="4606956"/>
                  </a:lnTo>
                  <a:lnTo>
                    <a:pt x="0" y="4606956"/>
                  </a:lnTo>
                  <a:close/>
                </a:path>
              </a:pathLst>
            </a:custGeom>
            <a:solidFill>
              <a:srgbClr val="0F4F36"/>
            </a:solidFill>
          </p:spPr>
        </p:sp>
        <p:sp>
          <p:nvSpPr>
            <p:cNvPr id="5" name="TextBox 5"/>
            <p:cNvSpPr txBox="1"/>
            <p:nvPr/>
          </p:nvSpPr>
          <p:spPr>
            <a:xfrm>
              <a:off x="0" y="-38100"/>
              <a:ext cx="3107894" cy="4645057"/>
            </a:xfrm>
            <a:prstGeom prst="rect">
              <a:avLst/>
            </a:prstGeom>
          </p:spPr>
          <p:txBody>
            <a:bodyPr lIns="50800" tIns="50800" rIns="50800" bIns="50800" rtlCol="0" anchor="ctr"/>
            <a:lstStyle/>
            <a:p>
              <a:pPr algn="ctr">
                <a:lnSpc>
                  <a:spcPts val="3295"/>
                </a:lnSpc>
              </a:pPr>
              <a:endParaRPr/>
            </a:p>
          </p:txBody>
        </p:sp>
      </p:grpSp>
      <p:grpSp>
        <p:nvGrpSpPr>
          <p:cNvPr id="6" name="Group 6"/>
          <p:cNvGrpSpPr/>
          <p:nvPr/>
        </p:nvGrpSpPr>
        <p:grpSpPr>
          <a:xfrm>
            <a:off x="5997671" y="475589"/>
            <a:ext cx="1295987" cy="1178191"/>
            <a:chOff x="0" y="0"/>
            <a:chExt cx="1727982" cy="1570921"/>
          </a:xfrm>
        </p:grpSpPr>
        <p:grpSp>
          <p:nvGrpSpPr>
            <p:cNvPr id="7" name="Group 7"/>
            <p:cNvGrpSpPr/>
            <p:nvPr/>
          </p:nvGrpSpPr>
          <p:grpSpPr>
            <a:xfrm>
              <a:off x="157061" y="0"/>
              <a:ext cx="1570921" cy="1570921"/>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3B453"/>
              </a:solidFill>
            </p:spPr>
          </p:sp>
          <p:sp>
            <p:nvSpPr>
              <p:cNvPr id="9" name="TextBox 9"/>
              <p:cNvSpPr txBox="1"/>
              <p:nvPr/>
            </p:nvSpPr>
            <p:spPr>
              <a:xfrm>
                <a:off x="76200" y="28575"/>
                <a:ext cx="660400" cy="708025"/>
              </a:xfrm>
              <a:prstGeom prst="rect">
                <a:avLst/>
              </a:prstGeom>
            </p:spPr>
            <p:txBody>
              <a:bodyPr lIns="50800" tIns="50800" rIns="50800" bIns="50800" rtlCol="0" anchor="ctr"/>
              <a:lstStyle/>
              <a:p>
                <a:pPr algn="ctr">
                  <a:lnSpc>
                    <a:spcPts val="3295"/>
                  </a:lnSpc>
                </a:pPr>
                <a:endParaRPr/>
              </a:p>
            </p:txBody>
          </p:sp>
        </p:grpSp>
        <p:sp>
          <p:nvSpPr>
            <p:cNvPr id="10" name="TextBox 10"/>
            <p:cNvSpPr txBox="1"/>
            <p:nvPr/>
          </p:nvSpPr>
          <p:spPr>
            <a:xfrm>
              <a:off x="0" y="229781"/>
              <a:ext cx="1727982" cy="985308"/>
            </a:xfrm>
            <a:prstGeom prst="rect">
              <a:avLst/>
            </a:prstGeom>
          </p:spPr>
          <p:txBody>
            <a:bodyPr lIns="0" tIns="0" rIns="0" bIns="0" rtlCol="0" anchor="t">
              <a:spAutoFit/>
            </a:bodyPr>
            <a:lstStyle/>
            <a:p>
              <a:pPr algn="ctr">
                <a:lnSpc>
                  <a:spcPts val="5224"/>
                </a:lnSpc>
              </a:pPr>
              <a:r>
                <a:rPr lang="en-US" sz="5499" b="1" spc="-274">
                  <a:solidFill>
                    <a:srgbClr val="0F4F36"/>
                  </a:solidFill>
                  <a:latin typeface="Playfair Display Bold"/>
                  <a:ea typeface="Playfair Display Bold"/>
                  <a:cs typeface="Playfair Display Bold"/>
                  <a:sym typeface="Playfair Display Bold"/>
                </a:rPr>
                <a:t>06</a:t>
              </a:r>
            </a:p>
          </p:txBody>
        </p:sp>
      </p:grpSp>
      <p:sp>
        <p:nvSpPr>
          <p:cNvPr id="11" name="TextBox 11"/>
          <p:cNvSpPr txBox="1"/>
          <p:nvPr/>
        </p:nvSpPr>
        <p:spPr>
          <a:xfrm>
            <a:off x="9681032" y="6290054"/>
            <a:ext cx="8447913" cy="1462405"/>
          </a:xfrm>
          <a:prstGeom prst="rect">
            <a:avLst/>
          </a:prstGeom>
        </p:spPr>
        <p:txBody>
          <a:bodyPr lIns="0" tIns="0" rIns="0" bIns="0" rtlCol="0" anchor="t">
            <a:spAutoFit/>
          </a:bodyPr>
          <a:lstStyle/>
          <a:p>
            <a:pPr algn="l">
              <a:lnSpc>
                <a:spcPts val="3919"/>
              </a:lnSpc>
            </a:pPr>
            <a:r>
              <a:rPr lang="en-US" sz="2799" b="1">
                <a:solidFill>
                  <a:srgbClr val="FFFFFF"/>
                </a:solidFill>
                <a:latin typeface="Playfair Display Bold"/>
                <a:ea typeface="Playfair Display Bold"/>
                <a:cs typeface="Playfair Display Bold"/>
                <a:sym typeface="Playfair Display Bold"/>
              </a:rPr>
              <a:t>Promote Events More Effectively</a:t>
            </a:r>
            <a:r>
              <a:rPr lang="en-US" sz="2799">
                <a:solidFill>
                  <a:srgbClr val="FFFFFF"/>
                </a:solidFill>
                <a:latin typeface="Playfair Display"/>
                <a:ea typeface="Playfair Display"/>
                <a:cs typeface="Playfair Display"/>
                <a:sym typeface="Playfair Display"/>
              </a:rPr>
              <a:t>, Announce events in advance, post countdown reminders, and share highlights before, during, and after each event.</a:t>
            </a:r>
          </a:p>
        </p:txBody>
      </p:sp>
      <p:sp>
        <p:nvSpPr>
          <p:cNvPr id="12" name="TextBox 12"/>
          <p:cNvSpPr txBox="1"/>
          <p:nvPr/>
        </p:nvSpPr>
        <p:spPr>
          <a:xfrm>
            <a:off x="19050" y="3255852"/>
            <a:ext cx="7232892" cy="3479801"/>
          </a:xfrm>
          <a:prstGeom prst="rect">
            <a:avLst/>
          </a:prstGeom>
        </p:spPr>
        <p:txBody>
          <a:bodyPr lIns="0" tIns="0" rIns="0" bIns="0" rtlCol="0" anchor="t">
            <a:spAutoFit/>
          </a:bodyPr>
          <a:lstStyle/>
          <a:p>
            <a:pPr marL="0" lvl="0" indent="0" algn="ctr">
              <a:lnSpc>
                <a:spcPts val="13999"/>
              </a:lnSpc>
              <a:spcBef>
                <a:spcPct val="0"/>
              </a:spcBef>
            </a:pPr>
            <a:r>
              <a:rPr lang="en-US" sz="9999">
                <a:solidFill>
                  <a:srgbClr val="0F4F36"/>
                </a:solidFill>
                <a:latin typeface="Anton"/>
                <a:ea typeface="Anton"/>
                <a:cs typeface="Anton"/>
                <a:sym typeface="Anton"/>
              </a:rPr>
              <a:t>Recommend-ations</a:t>
            </a:r>
          </a:p>
        </p:txBody>
      </p:sp>
      <p:grpSp>
        <p:nvGrpSpPr>
          <p:cNvPr id="13" name="Group 13"/>
          <p:cNvGrpSpPr/>
          <p:nvPr/>
        </p:nvGrpSpPr>
        <p:grpSpPr>
          <a:xfrm>
            <a:off x="9021765" y="8573955"/>
            <a:ext cx="1178191" cy="1178191"/>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3B453"/>
            </a:solidFill>
          </p:spPr>
        </p:sp>
        <p:sp>
          <p:nvSpPr>
            <p:cNvPr id="15" name="TextBox 15"/>
            <p:cNvSpPr txBox="1"/>
            <p:nvPr/>
          </p:nvSpPr>
          <p:spPr>
            <a:xfrm>
              <a:off x="76200" y="38100"/>
              <a:ext cx="660400" cy="698500"/>
            </a:xfrm>
            <a:prstGeom prst="rect">
              <a:avLst/>
            </a:prstGeom>
          </p:spPr>
          <p:txBody>
            <a:bodyPr lIns="50800" tIns="50800" rIns="50800" bIns="50800" rtlCol="0" anchor="ctr"/>
            <a:lstStyle/>
            <a:p>
              <a:pPr algn="ctr">
                <a:lnSpc>
                  <a:spcPts val="3295"/>
                </a:lnSpc>
              </a:pPr>
              <a:endParaRPr/>
            </a:p>
          </p:txBody>
        </p:sp>
      </p:grpSp>
      <p:sp>
        <p:nvSpPr>
          <p:cNvPr id="16" name="TextBox 16"/>
          <p:cNvSpPr txBox="1"/>
          <p:nvPr/>
        </p:nvSpPr>
        <p:spPr>
          <a:xfrm>
            <a:off x="8953342" y="8773696"/>
            <a:ext cx="1295987" cy="712032"/>
          </a:xfrm>
          <a:prstGeom prst="rect">
            <a:avLst/>
          </a:prstGeom>
        </p:spPr>
        <p:txBody>
          <a:bodyPr lIns="0" tIns="0" rIns="0" bIns="0" rtlCol="0" anchor="t">
            <a:spAutoFit/>
          </a:bodyPr>
          <a:lstStyle/>
          <a:p>
            <a:pPr marL="0" lvl="0" indent="0" algn="ctr">
              <a:lnSpc>
                <a:spcPts val="5224"/>
              </a:lnSpc>
              <a:spcBef>
                <a:spcPct val="0"/>
              </a:spcBef>
            </a:pPr>
            <a:r>
              <a:rPr lang="en-US" sz="5499" b="1" spc="-274">
                <a:solidFill>
                  <a:srgbClr val="0F4F36"/>
                </a:solidFill>
                <a:latin typeface="Playfair Display Bold"/>
                <a:ea typeface="Playfair Display Bold"/>
                <a:cs typeface="Playfair Display Bold"/>
                <a:sym typeface="Playfair Display Bold"/>
              </a:rPr>
              <a:t>10</a:t>
            </a:r>
          </a:p>
        </p:txBody>
      </p:sp>
      <p:grpSp>
        <p:nvGrpSpPr>
          <p:cNvPr id="17" name="Group 17"/>
          <p:cNvGrpSpPr/>
          <p:nvPr/>
        </p:nvGrpSpPr>
        <p:grpSpPr>
          <a:xfrm>
            <a:off x="7601954" y="4614453"/>
            <a:ext cx="1178191" cy="1178191"/>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3B453"/>
            </a:solidFill>
          </p:spPr>
        </p:sp>
        <p:sp>
          <p:nvSpPr>
            <p:cNvPr id="19" name="TextBox 19"/>
            <p:cNvSpPr txBox="1"/>
            <p:nvPr/>
          </p:nvSpPr>
          <p:spPr>
            <a:xfrm>
              <a:off x="76200" y="38100"/>
              <a:ext cx="660400" cy="698500"/>
            </a:xfrm>
            <a:prstGeom prst="rect">
              <a:avLst/>
            </a:prstGeom>
          </p:spPr>
          <p:txBody>
            <a:bodyPr lIns="50800" tIns="50800" rIns="50800" bIns="50800" rtlCol="0" anchor="ctr"/>
            <a:lstStyle/>
            <a:p>
              <a:pPr algn="ctr">
                <a:lnSpc>
                  <a:spcPts val="3295"/>
                </a:lnSpc>
              </a:pPr>
              <a:endParaRPr/>
            </a:p>
          </p:txBody>
        </p:sp>
      </p:grpSp>
      <p:sp>
        <p:nvSpPr>
          <p:cNvPr id="20" name="TextBox 20"/>
          <p:cNvSpPr txBox="1"/>
          <p:nvPr/>
        </p:nvSpPr>
        <p:spPr>
          <a:xfrm>
            <a:off x="7484158" y="4777849"/>
            <a:ext cx="1295987" cy="712032"/>
          </a:xfrm>
          <a:prstGeom prst="rect">
            <a:avLst/>
          </a:prstGeom>
        </p:spPr>
        <p:txBody>
          <a:bodyPr lIns="0" tIns="0" rIns="0" bIns="0" rtlCol="0" anchor="t">
            <a:spAutoFit/>
          </a:bodyPr>
          <a:lstStyle/>
          <a:p>
            <a:pPr marL="0" lvl="0" indent="0" algn="ctr">
              <a:lnSpc>
                <a:spcPts val="5224"/>
              </a:lnSpc>
              <a:spcBef>
                <a:spcPct val="0"/>
              </a:spcBef>
            </a:pPr>
            <a:r>
              <a:rPr lang="en-US" sz="5499" b="1" spc="-274">
                <a:solidFill>
                  <a:srgbClr val="0F4F36"/>
                </a:solidFill>
                <a:latin typeface="Playfair Display Bold"/>
                <a:ea typeface="Playfair Display Bold"/>
                <a:cs typeface="Playfair Display Bold"/>
                <a:sym typeface="Playfair Display Bold"/>
              </a:rPr>
              <a:t>08</a:t>
            </a:r>
          </a:p>
        </p:txBody>
      </p:sp>
      <p:grpSp>
        <p:nvGrpSpPr>
          <p:cNvPr id="21" name="Group 21"/>
          <p:cNvGrpSpPr/>
          <p:nvPr/>
        </p:nvGrpSpPr>
        <p:grpSpPr>
          <a:xfrm>
            <a:off x="8375520" y="6593318"/>
            <a:ext cx="1178191" cy="1178191"/>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3B453"/>
            </a:solidFill>
          </p:spPr>
        </p:sp>
        <p:sp>
          <p:nvSpPr>
            <p:cNvPr id="23" name="TextBox 23"/>
            <p:cNvSpPr txBox="1"/>
            <p:nvPr/>
          </p:nvSpPr>
          <p:spPr>
            <a:xfrm>
              <a:off x="76200" y="38100"/>
              <a:ext cx="660400" cy="698500"/>
            </a:xfrm>
            <a:prstGeom prst="rect">
              <a:avLst/>
            </a:prstGeom>
          </p:spPr>
          <p:txBody>
            <a:bodyPr lIns="50800" tIns="50800" rIns="50800" bIns="50800" rtlCol="0" anchor="ctr"/>
            <a:lstStyle/>
            <a:p>
              <a:pPr algn="ctr">
                <a:lnSpc>
                  <a:spcPts val="3295"/>
                </a:lnSpc>
              </a:pPr>
              <a:endParaRPr/>
            </a:p>
          </p:txBody>
        </p:sp>
      </p:grpSp>
      <p:sp>
        <p:nvSpPr>
          <p:cNvPr id="24" name="TextBox 24"/>
          <p:cNvSpPr txBox="1"/>
          <p:nvPr/>
        </p:nvSpPr>
        <p:spPr>
          <a:xfrm>
            <a:off x="8257724" y="6726384"/>
            <a:ext cx="1295987" cy="712032"/>
          </a:xfrm>
          <a:prstGeom prst="rect">
            <a:avLst/>
          </a:prstGeom>
        </p:spPr>
        <p:txBody>
          <a:bodyPr lIns="0" tIns="0" rIns="0" bIns="0" rtlCol="0" anchor="t">
            <a:spAutoFit/>
          </a:bodyPr>
          <a:lstStyle/>
          <a:p>
            <a:pPr marL="0" lvl="0" indent="0" algn="ctr">
              <a:lnSpc>
                <a:spcPts val="5224"/>
              </a:lnSpc>
              <a:spcBef>
                <a:spcPct val="0"/>
              </a:spcBef>
            </a:pPr>
            <a:r>
              <a:rPr lang="en-US" sz="5499" b="1" spc="-274">
                <a:solidFill>
                  <a:srgbClr val="0F4F36"/>
                </a:solidFill>
                <a:latin typeface="Playfair Display Bold"/>
                <a:ea typeface="Playfair Display Bold"/>
                <a:cs typeface="Playfair Display Bold"/>
                <a:sym typeface="Playfair Display Bold"/>
              </a:rPr>
              <a:t>09</a:t>
            </a:r>
          </a:p>
        </p:txBody>
      </p:sp>
      <p:grpSp>
        <p:nvGrpSpPr>
          <p:cNvPr id="25" name="Group 25"/>
          <p:cNvGrpSpPr/>
          <p:nvPr/>
        </p:nvGrpSpPr>
        <p:grpSpPr>
          <a:xfrm>
            <a:off x="6836165" y="2530397"/>
            <a:ext cx="1178191" cy="1178191"/>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3B453"/>
            </a:solidFill>
          </p:spPr>
        </p:sp>
        <p:sp>
          <p:nvSpPr>
            <p:cNvPr id="27" name="TextBox 27"/>
            <p:cNvSpPr txBox="1"/>
            <p:nvPr/>
          </p:nvSpPr>
          <p:spPr>
            <a:xfrm>
              <a:off x="76200" y="38100"/>
              <a:ext cx="660400" cy="698500"/>
            </a:xfrm>
            <a:prstGeom prst="rect">
              <a:avLst/>
            </a:prstGeom>
          </p:spPr>
          <p:txBody>
            <a:bodyPr lIns="50800" tIns="50800" rIns="50800" bIns="50800" rtlCol="0" anchor="ctr"/>
            <a:lstStyle/>
            <a:p>
              <a:pPr algn="ctr">
                <a:lnSpc>
                  <a:spcPts val="3295"/>
                </a:lnSpc>
              </a:pPr>
              <a:endParaRPr/>
            </a:p>
          </p:txBody>
        </p:sp>
      </p:grpSp>
      <p:sp>
        <p:nvSpPr>
          <p:cNvPr id="28" name="TextBox 28"/>
          <p:cNvSpPr txBox="1"/>
          <p:nvPr/>
        </p:nvSpPr>
        <p:spPr>
          <a:xfrm>
            <a:off x="6767742" y="2682797"/>
            <a:ext cx="1295987" cy="712032"/>
          </a:xfrm>
          <a:prstGeom prst="rect">
            <a:avLst/>
          </a:prstGeom>
        </p:spPr>
        <p:txBody>
          <a:bodyPr lIns="0" tIns="0" rIns="0" bIns="0" rtlCol="0" anchor="t">
            <a:spAutoFit/>
          </a:bodyPr>
          <a:lstStyle/>
          <a:p>
            <a:pPr marL="0" lvl="0" indent="0" algn="ctr">
              <a:lnSpc>
                <a:spcPts val="5224"/>
              </a:lnSpc>
              <a:spcBef>
                <a:spcPct val="0"/>
              </a:spcBef>
            </a:pPr>
            <a:r>
              <a:rPr lang="en-US" sz="5499" b="1" spc="-274">
                <a:solidFill>
                  <a:srgbClr val="0F4F36"/>
                </a:solidFill>
                <a:latin typeface="Playfair Display Bold"/>
                <a:ea typeface="Playfair Display Bold"/>
                <a:cs typeface="Playfair Display Bold"/>
                <a:sym typeface="Playfair Display Bold"/>
              </a:rPr>
              <a:t>07</a:t>
            </a:r>
          </a:p>
        </p:txBody>
      </p:sp>
      <p:sp>
        <p:nvSpPr>
          <p:cNvPr id="29" name="TextBox 29"/>
          <p:cNvSpPr txBox="1"/>
          <p:nvPr/>
        </p:nvSpPr>
        <p:spPr>
          <a:xfrm>
            <a:off x="8179776" y="2221886"/>
            <a:ext cx="10006722" cy="1462405"/>
          </a:xfrm>
          <a:prstGeom prst="rect">
            <a:avLst/>
          </a:prstGeom>
        </p:spPr>
        <p:txBody>
          <a:bodyPr lIns="0" tIns="0" rIns="0" bIns="0" rtlCol="0" anchor="t">
            <a:spAutoFit/>
          </a:bodyPr>
          <a:lstStyle/>
          <a:p>
            <a:pPr algn="l">
              <a:lnSpc>
                <a:spcPts val="3919"/>
              </a:lnSpc>
            </a:pPr>
            <a:r>
              <a:rPr lang="en-US" sz="2799" b="1">
                <a:solidFill>
                  <a:srgbClr val="FFFFFF"/>
                </a:solidFill>
                <a:latin typeface="Playfair Display Bold"/>
                <a:ea typeface="Playfair Display Bold"/>
                <a:cs typeface="Playfair Display Bold"/>
                <a:sym typeface="Playfair Display Bold"/>
              </a:rPr>
              <a:t>Optimize Messenger Communication, </a:t>
            </a:r>
            <a:r>
              <a:rPr lang="en-US" sz="2799">
                <a:solidFill>
                  <a:srgbClr val="FFFFFF"/>
                </a:solidFill>
                <a:latin typeface="Playfair Display"/>
                <a:ea typeface="Playfair Display"/>
                <a:cs typeface="Playfair Display"/>
                <a:sym typeface="Playfair Display"/>
              </a:rPr>
              <a:t>Implement a professional automated Messenger system with quick replies to frequently asked questions and registration guidance.</a:t>
            </a:r>
          </a:p>
        </p:txBody>
      </p:sp>
      <p:sp>
        <p:nvSpPr>
          <p:cNvPr id="30" name="TextBox 30"/>
          <p:cNvSpPr txBox="1"/>
          <p:nvPr/>
        </p:nvSpPr>
        <p:spPr>
          <a:xfrm>
            <a:off x="8905717" y="4367504"/>
            <a:ext cx="9521344" cy="1462405"/>
          </a:xfrm>
          <a:prstGeom prst="rect">
            <a:avLst/>
          </a:prstGeom>
        </p:spPr>
        <p:txBody>
          <a:bodyPr lIns="0" tIns="0" rIns="0" bIns="0" rtlCol="0" anchor="t">
            <a:spAutoFit/>
          </a:bodyPr>
          <a:lstStyle/>
          <a:p>
            <a:pPr algn="l">
              <a:lnSpc>
                <a:spcPts val="3919"/>
              </a:lnSpc>
            </a:pPr>
            <a:r>
              <a:rPr lang="en-US" sz="2799" b="1">
                <a:solidFill>
                  <a:srgbClr val="FFFFFF"/>
                </a:solidFill>
                <a:latin typeface="Playfair Display Bold"/>
                <a:ea typeface="Playfair Display Bold"/>
                <a:cs typeface="Playfair Display Bold"/>
                <a:sym typeface="Playfair Display Bold"/>
              </a:rPr>
              <a:t>Strengthen Partnerships,</a:t>
            </a:r>
            <a:r>
              <a:rPr lang="en-US" sz="2799">
                <a:solidFill>
                  <a:srgbClr val="FFFFFF"/>
                </a:solidFill>
                <a:latin typeface="Playfair Display"/>
                <a:ea typeface="Playfair Display"/>
                <a:cs typeface="Playfair Display"/>
                <a:sym typeface="Playfair Display"/>
              </a:rPr>
              <a:t> Collaborate with universities, student organizations, NGOs, and local businesses to expand the initiative’s reach and attract new participants.</a:t>
            </a:r>
          </a:p>
        </p:txBody>
      </p:sp>
      <p:sp>
        <p:nvSpPr>
          <p:cNvPr id="31" name="TextBox 31"/>
          <p:cNvSpPr txBox="1"/>
          <p:nvPr/>
        </p:nvSpPr>
        <p:spPr>
          <a:xfrm>
            <a:off x="7415735" y="105967"/>
            <a:ext cx="10776792" cy="1957705"/>
          </a:xfrm>
          <a:prstGeom prst="rect">
            <a:avLst/>
          </a:prstGeom>
        </p:spPr>
        <p:txBody>
          <a:bodyPr lIns="0" tIns="0" rIns="0" bIns="0" rtlCol="0" anchor="t">
            <a:spAutoFit/>
          </a:bodyPr>
          <a:lstStyle/>
          <a:p>
            <a:pPr algn="l">
              <a:lnSpc>
                <a:spcPts val="3919"/>
              </a:lnSpc>
            </a:pPr>
            <a:r>
              <a:rPr lang="en-US" sz="2799" b="1">
                <a:solidFill>
                  <a:srgbClr val="FFFFFF"/>
                </a:solidFill>
                <a:latin typeface="Playfair Display Bold"/>
                <a:ea typeface="Playfair Display Bold"/>
                <a:cs typeface="Playfair Display Bold"/>
                <a:sym typeface="Playfair Display Bold"/>
              </a:rPr>
              <a:t>Monitor Performance Using Analytics,</a:t>
            </a:r>
            <a:r>
              <a:rPr lang="en-US" sz="2799">
                <a:solidFill>
                  <a:srgbClr val="FFFFFF"/>
                </a:solidFill>
                <a:latin typeface="Playfair Display"/>
                <a:ea typeface="Playfair Display"/>
                <a:cs typeface="Playfair Display"/>
                <a:sym typeface="Playfair Display"/>
              </a:rPr>
              <a:t> Track key performance indicators (KPIs) such as reach, engagement rate, follower growth, and event registrations to evaluate content effectiveness and improve future campaigns.</a:t>
            </a:r>
          </a:p>
        </p:txBody>
      </p:sp>
      <p:sp>
        <p:nvSpPr>
          <p:cNvPr id="32" name="TextBox 32"/>
          <p:cNvSpPr txBox="1"/>
          <p:nvPr/>
        </p:nvSpPr>
        <p:spPr>
          <a:xfrm>
            <a:off x="10289177" y="8156159"/>
            <a:ext cx="7998823" cy="2360295"/>
          </a:xfrm>
          <a:prstGeom prst="rect">
            <a:avLst/>
          </a:prstGeom>
        </p:spPr>
        <p:txBody>
          <a:bodyPr lIns="0" tIns="0" rIns="0" bIns="0" rtlCol="0" anchor="t">
            <a:spAutoFit/>
          </a:bodyPr>
          <a:lstStyle/>
          <a:p>
            <a:pPr algn="l">
              <a:lnSpc>
                <a:spcPts val="3779"/>
              </a:lnSpc>
            </a:pPr>
            <a:r>
              <a:rPr lang="en-US" sz="2700">
                <a:solidFill>
                  <a:srgbClr val="FFFFFF"/>
                </a:solidFill>
                <a:latin typeface="Playfair Display"/>
                <a:ea typeface="Playfair Display"/>
                <a:cs typeface="Playfair Display"/>
                <a:sym typeface="Playfair Display"/>
              </a:rPr>
              <a:t>Invest in Targeted Advertising, Allocate a small advertising budget to promote important campaigns, volunteer recruitment, and major events to the target audience in Dakahlia.</a:t>
            </a:r>
          </a:p>
          <a:p>
            <a:pPr algn="l">
              <a:lnSpc>
                <a:spcPts val="3779"/>
              </a:lnSpc>
            </a:pPr>
            <a:endParaRPr lang="en-US" sz="2700">
              <a:solidFill>
                <a:srgbClr val="FFFFFF"/>
              </a:solidFill>
              <a:latin typeface="Playfair Display"/>
              <a:ea typeface="Playfair Display"/>
              <a:cs typeface="Playfair Display"/>
              <a:sym typeface="Playfair Display"/>
            </a:endParaRPr>
          </a:p>
        </p:txBody>
      </p:sp>
      <p:sp>
        <p:nvSpPr>
          <p:cNvPr id="33" name="Freeform 33"/>
          <p:cNvSpPr/>
          <p:nvPr/>
        </p:nvSpPr>
        <p:spPr>
          <a:xfrm>
            <a:off x="-250662" y="-198827"/>
            <a:ext cx="3002535" cy="3002535"/>
          </a:xfrm>
          <a:custGeom>
            <a:avLst/>
            <a:gdLst/>
            <a:ahLst/>
            <a:cxnLst/>
            <a:rect l="l" t="t" r="r" b="b"/>
            <a:pathLst>
              <a:path w="3002535" h="3002535">
                <a:moveTo>
                  <a:pt x="0" y="0"/>
                </a:moveTo>
                <a:lnTo>
                  <a:pt x="3002535" y="0"/>
                </a:lnTo>
                <a:lnTo>
                  <a:pt x="3002535" y="3002535"/>
                </a:lnTo>
                <a:lnTo>
                  <a:pt x="0" y="3002535"/>
                </a:lnTo>
                <a:lnTo>
                  <a:pt x="0" y="0"/>
                </a:lnTo>
                <a:close/>
              </a:path>
            </a:pathLst>
          </a:custGeom>
          <a:blipFill>
            <a:blip r:embed="rId4"/>
            <a:stretch>
              <a:fillRect/>
            </a:stretch>
          </a:blipFill>
        </p:spPr>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912534">
            <a:off x="8782669" y="-992262"/>
            <a:ext cx="11916760" cy="3946673"/>
          </a:xfrm>
          <a:custGeom>
            <a:avLst/>
            <a:gdLst/>
            <a:ahLst/>
            <a:cxnLst/>
            <a:rect l="l" t="t" r="r" b="b"/>
            <a:pathLst>
              <a:path w="11916760" h="3946673">
                <a:moveTo>
                  <a:pt x="0" y="0"/>
                </a:moveTo>
                <a:lnTo>
                  <a:pt x="11916760" y="0"/>
                </a:lnTo>
                <a:lnTo>
                  <a:pt x="11916760" y="3946674"/>
                </a:lnTo>
                <a:lnTo>
                  <a:pt x="0" y="394667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912534" flipH="1" flipV="1">
            <a:off x="-695362" y="8338029"/>
            <a:ext cx="10389128" cy="3440741"/>
          </a:xfrm>
          <a:custGeom>
            <a:avLst/>
            <a:gdLst/>
            <a:ahLst/>
            <a:cxnLst/>
            <a:rect l="l" t="t" r="r" b="b"/>
            <a:pathLst>
              <a:path w="10389128" h="3440741">
                <a:moveTo>
                  <a:pt x="10389127" y="3440742"/>
                </a:moveTo>
                <a:lnTo>
                  <a:pt x="0" y="3440742"/>
                </a:lnTo>
                <a:lnTo>
                  <a:pt x="0" y="0"/>
                </a:lnTo>
                <a:lnTo>
                  <a:pt x="10389127" y="0"/>
                </a:lnTo>
                <a:lnTo>
                  <a:pt x="10389127" y="3440742"/>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1222673" y="0"/>
            <a:ext cx="7074852" cy="10350247"/>
          </a:xfrm>
          <a:custGeom>
            <a:avLst/>
            <a:gdLst/>
            <a:ahLst/>
            <a:cxnLst/>
            <a:rect l="l" t="t" r="r" b="b"/>
            <a:pathLst>
              <a:path w="7074852" h="10350247">
                <a:moveTo>
                  <a:pt x="0" y="0"/>
                </a:moveTo>
                <a:lnTo>
                  <a:pt x="7074852" y="0"/>
                </a:lnTo>
                <a:lnTo>
                  <a:pt x="7074852" y="10350247"/>
                </a:lnTo>
                <a:lnTo>
                  <a:pt x="0" y="1035024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TextBox 5"/>
          <p:cNvSpPr txBox="1"/>
          <p:nvPr/>
        </p:nvSpPr>
        <p:spPr>
          <a:xfrm>
            <a:off x="1999212" y="2851743"/>
            <a:ext cx="7326240" cy="3526715"/>
          </a:xfrm>
          <a:prstGeom prst="rect">
            <a:avLst/>
          </a:prstGeom>
        </p:spPr>
        <p:txBody>
          <a:bodyPr lIns="0" tIns="0" rIns="0" bIns="0" rtlCol="0" anchor="t">
            <a:spAutoFit/>
          </a:bodyPr>
          <a:lstStyle/>
          <a:p>
            <a:pPr algn="ctr">
              <a:lnSpc>
                <a:spcPts val="13468"/>
              </a:lnSpc>
            </a:pPr>
            <a:r>
              <a:rPr lang="en-US" sz="14177" spc="-708">
                <a:solidFill>
                  <a:srgbClr val="0F4F36"/>
                </a:solidFill>
                <a:latin typeface="League Spartan"/>
                <a:ea typeface="League Spartan"/>
                <a:cs typeface="League Spartan"/>
                <a:sym typeface="League Spartan"/>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70</TotalTime>
  <Words>1215</Words>
  <Application>Microsoft Office PowerPoint</Application>
  <PresentationFormat>Custom</PresentationFormat>
  <Paragraphs>270</Paragraphs>
  <Slides>32</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32</vt:i4>
      </vt:variant>
    </vt:vector>
  </HeadingPairs>
  <TitlesOfParts>
    <vt:vector size="43" baseType="lpstr">
      <vt:lpstr>League Spartan</vt:lpstr>
      <vt:lpstr>The Seasons Bold</vt:lpstr>
      <vt:lpstr>Badr</vt:lpstr>
      <vt:lpstr>Badr Bold</vt:lpstr>
      <vt:lpstr>Times New Roman MT Bold</vt:lpstr>
      <vt:lpstr>Playfair Display Bold</vt:lpstr>
      <vt:lpstr>Anton</vt:lpstr>
      <vt:lpstr>Calibri</vt:lpstr>
      <vt:lpstr>Arial</vt:lpstr>
      <vt:lpstr>Playfair Display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DYS Dakahlia</dc:title>
  <cp:lastModifiedBy>Amr Hosny</cp:lastModifiedBy>
  <cp:revision>2</cp:revision>
  <dcterms:created xsi:type="dcterms:W3CDTF">2006-08-16T00:00:00Z</dcterms:created>
  <dcterms:modified xsi:type="dcterms:W3CDTF">2026-07-09T10:48:26Z</dcterms:modified>
  <dc:identifier>DAHN2ewUjpg</dc:identifier>
</cp:coreProperties>
</file>